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FF80552-2A3D-4A14-AF61-AB89E0C97B32}" v="53" dt="2026-03-27T21:18:24.95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>
        <p:scale>
          <a:sx n="100" d="100"/>
          <a:sy n="100" d="100"/>
        </p:scale>
        <p:origin x="-77" y="-19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dre Benedetti" userId="60466d4fc085b17e" providerId="LiveId" clId="{6AE31E5C-6838-415C-9ED3-0CC1084E645F}"/>
    <pc:docChg chg="undo custSel addSld modSld">
      <pc:chgData name="Andre Benedetti" userId="60466d4fc085b17e" providerId="LiveId" clId="{6AE31E5C-6838-415C-9ED3-0CC1084E645F}" dt="2026-03-27T22:17:57.253" v="671" actId="22"/>
      <pc:docMkLst>
        <pc:docMk/>
      </pc:docMkLst>
      <pc:sldChg chg="addSp delSp modSp mod">
        <pc:chgData name="Andre Benedetti" userId="60466d4fc085b17e" providerId="LiveId" clId="{6AE31E5C-6838-415C-9ED3-0CC1084E645F}" dt="2026-03-27T21:18:21.681" v="669" actId="14100"/>
        <pc:sldMkLst>
          <pc:docMk/>
          <pc:sldMk cId="567041334" sldId="256"/>
        </pc:sldMkLst>
        <pc:spChg chg="add mod">
          <ac:chgData name="Andre Benedetti" userId="60466d4fc085b17e" providerId="LiveId" clId="{6AE31E5C-6838-415C-9ED3-0CC1084E645F}" dt="2026-03-16T22:21:28.633" v="218" actId="1076"/>
          <ac:spMkLst>
            <pc:docMk/>
            <pc:sldMk cId="567041334" sldId="256"/>
            <ac:spMk id="2" creationId="{F11CC345-2B2B-7A58-538D-1EF8B65F60CE}"/>
          </ac:spMkLst>
        </pc:spChg>
        <pc:spChg chg="add mod">
          <ac:chgData name="Andre Benedetti" userId="60466d4fc085b17e" providerId="LiveId" clId="{6AE31E5C-6838-415C-9ED3-0CC1084E645F}" dt="2026-03-27T21:18:21.681" v="669" actId="14100"/>
          <ac:spMkLst>
            <pc:docMk/>
            <pc:sldMk cId="567041334" sldId="256"/>
            <ac:spMk id="6" creationId="{AA75F975-450C-62A6-DA56-A98070A3E322}"/>
          </ac:spMkLst>
        </pc:spChg>
        <pc:spChg chg="mod">
          <ac:chgData name="Andre Benedetti" userId="60466d4fc085b17e" providerId="LiveId" clId="{6AE31E5C-6838-415C-9ED3-0CC1084E645F}" dt="2026-03-27T21:16:57.582" v="639" actId="164"/>
          <ac:spMkLst>
            <pc:docMk/>
            <pc:sldMk cId="567041334" sldId="256"/>
            <ac:spMk id="20" creationId="{0654EECB-2FE8-3007-A567-593279254B0B}"/>
          </ac:spMkLst>
        </pc:spChg>
        <pc:spChg chg="mod">
          <ac:chgData name="Andre Benedetti" userId="60466d4fc085b17e" providerId="LiveId" clId="{6AE31E5C-6838-415C-9ED3-0CC1084E645F}" dt="2026-03-27T21:16:57.582" v="639" actId="164"/>
          <ac:spMkLst>
            <pc:docMk/>
            <pc:sldMk cId="567041334" sldId="256"/>
            <ac:spMk id="23" creationId="{64F3C485-AADB-378C-7607-F6B3F8866135}"/>
          </ac:spMkLst>
        </pc:spChg>
        <pc:spChg chg="add mod">
          <ac:chgData name="Andre Benedetti" userId="60466d4fc085b17e" providerId="LiveId" clId="{6AE31E5C-6838-415C-9ED3-0CC1084E645F}" dt="2026-03-16T22:12:28.899" v="94"/>
          <ac:spMkLst>
            <pc:docMk/>
            <pc:sldMk cId="567041334" sldId="256"/>
            <ac:spMk id="27" creationId="{CDF232CF-1BCE-213E-6D2B-3822B774F2EE}"/>
          </ac:spMkLst>
        </pc:spChg>
        <pc:spChg chg="mod">
          <ac:chgData name="Andre Benedetti" userId="60466d4fc085b17e" providerId="LiveId" clId="{6AE31E5C-6838-415C-9ED3-0CC1084E645F}" dt="2026-03-27T21:16:57.582" v="639" actId="164"/>
          <ac:spMkLst>
            <pc:docMk/>
            <pc:sldMk cId="567041334" sldId="256"/>
            <ac:spMk id="30" creationId="{2BCCACDE-917F-9CAB-5C0A-9CFD3E4CBA11}"/>
          </ac:spMkLst>
        </pc:spChg>
        <pc:spChg chg="add mod">
          <ac:chgData name="Andre Benedetti" userId="60466d4fc085b17e" providerId="LiveId" clId="{6AE31E5C-6838-415C-9ED3-0CC1084E645F}" dt="2026-03-27T21:16:57.582" v="639" actId="164"/>
          <ac:spMkLst>
            <pc:docMk/>
            <pc:sldMk cId="567041334" sldId="256"/>
            <ac:spMk id="36" creationId="{F21865B3-1637-AABF-57D1-1AB73B3237EE}"/>
          </ac:spMkLst>
        </pc:spChg>
        <pc:spChg chg="mod">
          <ac:chgData name="Andre Benedetti" userId="60466d4fc085b17e" providerId="LiveId" clId="{6AE31E5C-6838-415C-9ED3-0CC1084E645F}" dt="2026-03-27T21:16:57.582" v="639" actId="164"/>
          <ac:spMkLst>
            <pc:docMk/>
            <pc:sldMk cId="567041334" sldId="256"/>
            <ac:spMk id="40" creationId="{4B7B4FB9-094E-1154-AD0D-6B05CC2E865B}"/>
          </ac:spMkLst>
        </pc:spChg>
        <pc:spChg chg="mod">
          <ac:chgData name="Andre Benedetti" userId="60466d4fc085b17e" providerId="LiveId" clId="{6AE31E5C-6838-415C-9ED3-0CC1084E645F}" dt="2026-03-27T21:16:57.582" v="639" actId="164"/>
          <ac:spMkLst>
            <pc:docMk/>
            <pc:sldMk cId="567041334" sldId="256"/>
            <ac:spMk id="53" creationId="{04E5367A-7E4C-040C-B7A6-5049DBECF6CA}"/>
          </ac:spMkLst>
        </pc:spChg>
        <pc:spChg chg="mod">
          <ac:chgData name="Andre Benedetti" userId="60466d4fc085b17e" providerId="LiveId" clId="{6AE31E5C-6838-415C-9ED3-0CC1084E645F}" dt="2026-03-27T21:16:57.582" v="639" actId="164"/>
          <ac:spMkLst>
            <pc:docMk/>
            <pc:sldMk cId="567041334" sldId="256"/>
            <ac:spMk id="65" creationId="{89FA45FE-A7DA-AB48-798A-4B2F450EC635}"/>
          </ac:spMkLst>
        </pc:spChg>
        <pc:spChg chg="mod">
          <ac:chgData name="Andre Benedetti" userId="60466d4fc085b17e" providerId="LiveId" clId="{6AE31E5C-6838-415C-9ED3-0CC1084E645F}" dt="2026-03-27T21:16:57.582" v="639" actId="164"/>
          <ac:spMkLst>
            <pc:docMk/>
            <pc:sldMk cId="567041334" sldId="256"/>
            <ac:spMk id="70" creationId="{91097D5B-1893-1B76-D01B-1733F55FC55D}"/>
          </ac:spMkLst>
        </pc:spChg>
        <pc:spChg chg="mod">
          <ac:chgData name="Andre Benedetti" userId="60466d4fc085b17e" providerId="LiveId" clId="{6AE31E5C-6838-415C-9ED3-0CC1084E645F}" dt="2026-03-27T21:16:57.582" v="639" actId="164"/>
          <ac:spMkLst>
            <pc:docMk/>
            <pc:sldMk cId="567041334" sldId="256"/>
            <ac:spMk id="71" creationId="{F17ECB31-AB79-DDC4-5A3E-27486B8C577B}"/>
          </ac:spMkLst>
        </pc:spChg>
        <pc:spChg chg="mod">
          <ac:chgData name="Andre Benedetti" userId="60466d4fc085b17e" providerId="LiveId" clId="{6AE31E5C-6838-415C-9ED3-0CC1084E645F}" dt="2026-03-16T22:28:39.898" v="281" actId="1076"/>
          <ac:spMkLst>
            <pc:docMk/>
            <pc:sldMk cId="567041334" sldId="256"/>
            <ac:spMk id="86" creationId="{DB935FD6-1E7F-A153-B0B4-0DF052C115F8}"/>
          </ac:spMkLst>
        </pc:spChg>
        <pc:spChg chg="add mod">
          <ac:chgData name="Andre Benedetti" userId="60466d4fc085b17e" providerId="LiveId" clId="{6AE31E5C-6838-415C-9ED3-0CC1084E645F}" dt="2026-03-27T21:16:57.582" v="639" actId="164"/>
          <ac:spMkLst>
            <pc:docMk/>
            <pc:sldMk cId="567041334" sldId="256"/>
            <ac:spMk id="95" creationId="{61A38C49-D848-50E3-DFB0-491124C4536E}"/>
          </ac:spMkLst>
        </pc:spChg>
        <pc:cxnChg chg="add mod">
          <ac:chgData name="Andre Benedetti" userId="60466d4fc085b17e" providerId="LiveId" clId="{6AE31E5C-6838-415C-9ED3-0CC1084E645F}" dt="2026-03-16T22:29:06.969" v="284" actId="14100"/>
          <ac:cxnSpMkLst>
            <pc:docMk/>
            <pc:sldMk cId="567041334" sldId="256"/>
            <ac:cxnSpMk id="3" creationId="{1C1E3DA5-C429-BA47-3283-A89CAE9D4424}"/>
          </ac:cxnSpMkLst>
        </pc:cxnChg>
        <pc:cxnChg chg="add mod">
          <ac:chgData name="Andre Benedetti" userId="60466d4fc085b17e" providerId="LiveId" clId="{6AE31E5C-6838-415C-9ED3-0CC1084E645F}" dt="2026-03-16T22:12:44.149" v="100" actId="14100"/>
          <ac:cxnSpMkLst>
            <pc:docMk/>
            <pc:sldMk cId="567041334" sldId="256"/>
            <ac:cxnSpMk id="29" creationId="{314F9827-4CB3-7706-0B02-C0609697F912}"/>
          </ac:cxnSpMkLst>
        </pc:cxnChg>
        <pc:cxnChg chg="mod">
          <ac:chgData name="Andre Benedetti" userId="60466d4fc085b17e" providerId="LiveId" clId="{6AE31E5C-6838-415C-9ED3-0CC1084E645F}" dt="2026-03-16T22:27:58.957" v="262" actId="1036"/>
          <ac:cxnSpMkLst>
            <pc:docMk/>
            <pc:sldMk cId="567041334" sldId="256"/>
            <ac:cxnSpMk id="32" creationId="{509A9D0C-0F74-6FA6-373D-9AE6B392FA21}"/>
          </ac:cxnSpMkLst>
        </pc:cxnChg>
        <pc:cxnChg chg="add mod">
          <ac:chgData name="Andre Benedetti" userId="60466d4fc085b17e" providerId="LiveId" clId="{6AE31E5C-6838-415C-9ED3-0CC1084E645F}" dt="2026-03-16T22:22:21.101" v="228" actId="14100"/>
          <ac:cxnSpMkLst>
            <pc:docMk/>
            <pc:sldMk cId="567041334" sldId="256"/>
            <ac:cxnSpMk id="37" creationId="{694FC533-48EA-D3E2-7894-683E66ED6C46}"/>
          </ac:cxnSpMkLst>
        </pc:cxnChg>
        <pc:cxnChg chg="mod">
          <ac:chgData name="Andre Benedetti" userId="60466d4fc085b17e" providerId="LiveId" clId="{6AE31E5C-6838-415C-9ED3-0CC1084E645F}" dt="2026-03-16T22:21:31.432" v="219" actId="1076"/>
          <ac:cxnSpMkLst>
            <pc:docMk/>
            <pc:sldMk cId="567041334" sldId="256"/>
            <ac:cxnSpMk id="54" creationId="{CEB8BE62-B788-3FC3-5748-2E516A92AB19}"/>
          </ac:cxnSpMkLst>
        </pc:cxnChg>
        <pc:cxnChg chg="add mod">
          <ac:chgData name="Andre Benedetti" userId="60466d4fc085b17e" providerId="LiveId" clId="{6AE31E5C-6838-415C-9ED3-0CC1084E645F}" dt="2026-03-16T22:21:41.709" v="221" actId="14100"/>
          <ac:cxnSpMkLst>
            <pc:docMk/>
            <pc:sldMk cId="567041334" sldId="256"/>
            <ac:cxnSpMk id="56" creationId="{FCECF671-BC24-1936-CE09-F6B5CF95F71E}"/>
          </ac:cxnSpMkLst>
        </pc:cxnChg>
        <pc:cxnChg chg="mod">
          <ac:chgData name="Andre Benedetti" userId="60466d4fc085b17e" providerId="LiveId" clId="{6AE31E5C-6838-415C-9ED3-0CC1084E645F}" dt="2026-03-16T22:15:24.905" v="132" actId="1037"/>
          <ac:cxnSpMkLst>
            <pc:docMk/>
            <pc:sldMk cId="567041334" sldId="256"/>
            <ac:cxnSpMk id="66" creationId="{C4BD5313-2660-BF5A-446C-414FE6F4FF20}"/>
          </ac:cxnSpMkLst>
        </pc:cxnChg>
        <pc:cxnChg chg="add mod">
          <ac:chgData name="Andre Benedetti" userId="60466d4fc085b17e" providerId="LiveId" clId="{6AE31E5C-6838-415C-9ED3-0CC1084E645F}" dt="2026-03-16T22:28:25.330" v="279" actId="14100"/>
          <ac:cxnSpMkLst>
            <pc:docMk/>
            <pc:sldMk cId="567041334" sldId="256"/>
            <ac:cxnSpMk id="96" creationId="{1EDACB12-D5F6-7C31-9B92-8686A23C8EE7}"/>
          </ac:cxnSpMkLst>
        </pc:cxnChg>
        <pc:cxnChg chg="add mod">
          <ac:chgData name="Andre Benedetti" userId="60466d4fc085b17e" providerId="LiveId" clId="{6AE31E5C-6838-415C-9ED3-0CC1084E645F}" dt="2026-03-16T22:28:18.799" v="278" actId="14100"/>
          <ac:cxnSpMkLst>
            <pc:docMk/>
            <pc:sldMk cId="567041334" sldId="256"/>
            <ac:cxnSpMk id="100" creationId="{312AFF61-8E48-9754-6E61-0A04B19BA5B6}"/>
          </ac:cxnSpMkLst>
        </pc:cxnChg>
      </pc:sldChg>
      <pc:sldChg chg="addSp delSp modSp new mod">
        <pc:chgData name="Andre Benedetti" userId="60466d4fc085b17e" providerId="LiveId" clId="{6AE31E5C-6838-415C-9ED3-0CC1084E645F}" dt="2026-03-27T22:17:57.253" v="671" actId="22"/>
        <pc:sldMkLst>
          <pc:docMk/>
          <pc:sldMk cId="3985134175" sldId="257"/>
        </pc:sldMkLst>
        <pc:picChg chg="add">
          <ac:chgData name="Andre Benedetti" userId="60466d4fc085b17e" providerId="LiveId" clId="{6AE31E5C-6838-415C-9ED3-0CC1084E645F}" dt="2026-03-27T22:17:57.253" v="671" actId="22"/>
          <ac:picMkLst>
            <pc:docMk/>
            <pc:sldMk cId="3985134175" sldId="257"/>
            <ac:picMk id="3" creationId="{9C60A429-FED0-4387-96F0-D7522066A1BC}"/>
          </ac:picMkLst>
        </pc:picChg>
        <pc:picChg chg="add del mod">
          <ac:chgData name="Andre Benedetti" userId="60466d4fc085b17e" providerId="LiveId" clId="{6AE31E5C-6838-415C-9ED3-0CC1084E645F}" dt="2026-03-27T22:17:56.485" v="670" actId="478"/>
          <ac:picMkLst>
            <pc:docMk/>
            <pc:sldMk cId="3985134175" sldId="257"/>
            <ac:picMk id="6" creationId="{84775E27-3B39-9ECB-86D9-9ED6DD49C08B}"/>
          </ac:picMkLst>
        </pc:picChg>
      </pc:sldChg>
      <pc:sldChg chg="addSp delSp modSp new mod">
        <pc:chgData name="Andre Benedetti" userId="60466d4fc085b17e" providerId="LiveId" clId="{6AE31E5C-6838-415C-9ED3-0CC1084E645F}" dt="2026-03-17T20:42:16.376" v="472" actId="164"/>
        <pc:sldMkLst>
          <pc:docMk/>
          <pc:sldMk cId="2768542884" sldId="258"/>
        </pc:sldMkLst>
        <pc:spChg chg="add mod">
          <ac:chgData name="Andre Benedetti" userId="60466d4fc085b17e" providerId="LiveId" clId="{6AE31E5C-6838-415C-9ED3-0CC1084E645F}" dt="2026-03-17T02:21:48.483" v="418" actId="208"/>
          <ac:spMkLst>
            <pc:docMk/>
            <pc:sldMk cId="2768542884" sldId="258"/>
            <ac:spMk id="13" creationId="{58510F6E-62D3-85EF-C9B1-6F5D4BA5634B}"/>
          </ac:spMkLst>
        </pc:spChg>
        <pc:spChg chg="add mod">
          <ac:chgData name="Andre Benedetti" userId="60466d4fc085b17e" providerId="LiveId" clId="{6AE31E5C-6838-415C-9ED3-0CC1084E645F}" dt="2026-03-17T20:41:59.238" v="469" actId="164"/>
          <ac:spMkLst>
            <pc:docMk/>
            <pc:sldMk cId="2768542884" sldId="258"/>
            <ac:spMk id="20" creationId="{67B994CC-1A70-37D1-D3F1-6D9C20EEE873}"/>
          </ac:spMkLst>
        </pc:spChg>
        <pc:spChg chg="mod">
          <ac:chgData name="Andre Benedetti" userId="60466d4fc085b17e" providerId="LiveId" clId="{6AE31E5C-6838-415C-9ED3-0CC1084E645F}" dt="2026-03-17T20:42:00.680" v="470"/>
          <ac:spMkLst>
            <pc:docMk/>
            <pc:sldMk cId="2768542884" sldId="258"/>
            <ac:spMk id="24" creationId="{F94A9404-503B-69E1-696F-845A9D26D5F6}"/>
          </ac:spMkLst>
        </pc:spChg>
        <pc:grpChg chg="add mod">
          <ac:chgData name="Andre Benedetti" userId="60466d4fc085b17e" providerId="LiveId" clId="{6AE31E5C-6838-415C-9ED3-0CC1084E645F}" dt="2026-03-17T20:42:16.376" v="472" actId="164"/>
          <ac:grpSpMkLst>
            <pc:docMk/>
            <pc:sldMk cId="2768542884" sldId="258"/>
            <ac:grpSpMk id="22" creationId="{7814ECFD-6AA9-FC5E-FF23-57AA92155D38}"/>
          </ac:grpSpMkLst>
        </pc:grpChg>
        <pc:grpChg chg="add mod">
          <ac:chgData name="Andre Benedetti" userId="60466d4fc085b17e" providerId="LiveId" clId="{6AE31E5C-6838-415C-9ED3-0CC1084E645F}" dt="2026-03-17T20:42:16.376" v="472" actId="164"/>
          <ac:grpSpMkLst>
            <pc:docMk/>
            <pc:sldMk cId="2768542884" sldId="258"/>
            <ac:grpSpMk id="23" creationId="{F15FFEE4-90DF-5092-A84F-C36F1720B309}"/>
          </ac:grpSpMkLst>
        </pc:grpChg>
        <pc:grpChg chg="add mod">
          <ac:chgData name="Andre Benedetti" userId="60466d4fc085b17e" providerId="LiveId" clId="{6AE31E5C-6838-415C-9ED3-0CC1084E645F}" dt="2026-03-17T20:42:16.376" v="472" actId="164"/>
          <ac:grpSpMkLst>
            <pc:docMk/>
            <pc:sldMk cId="2768542884" sldId="258"/>
            <ac:grpSpMk id="26" creationId="{BE50672B-2DD7-C4FC-82B2-7A05314CE622}"/>
          </ac:grpSpMkLst>
        </pc:grpChg>
        <pc:picChg chg="mod ord topLvl">
          <ac:chgData name="Andre Benedetti" userId="60466d4fc085b17e" providerId="LiveId" clId="{6AE31E5C-6838-415C-9ED3-0CC1084E645F}" dt="2026-03-17T20:41:34.325" v="463" actId="1076"/>
          <ac:picMkLst>
            <pc:docMk/>
            <pc:sldMk cId="2768542884" sldId="258"/>
            <ac:picMk id="8" creationId="{BEAB76A7-ADAB-CD69-670D-EC621C9C00A4}"/>
          </ac:picMkLst>
        </pc:picChg>
        <pc:picChg chg="add mod ord">
          <ac:chgData name="Andre Benedetti" userId="60466d4fc085b17e" providerId="LiveId" clId="{6AE31E5C-6838-415C-9ED3-0CC1084E645F}" dt="2026-03-17T04:58:39.173" v="434" actId="1076"/>
          <ac:picMkLst>
            <pc:docMk/>
            <pc:sldMk cId="2768542884" sldId="258"/>
            <ac:picMk id="12" creationId="{C549371E-CF23-99AF-1C29-2A0A13E08C11}"/>
          </ac:picMkLst>
        </pc:picChg>
        <pc:picChg chg="add mod">
          <ac:chgData name="Andre Benedetti" userId="60466d4fc085b17e" providerId="LiveId" clId="{6AE31E5C-6838-415C-9ED3-0CC1084E645F}" dt="2026-03-17T20:42:16.376" v="472" actId="164"/>
          <ac:picMkLst>
            <pc:docMk/>
            <pc:sldMk cId="2768542884" sldId="258"/>
            <ac:picMk id="19" creationId="{13DE4281-C8FC-D6F7-E626-AA00100D06F4}"/>
          </ac:picMkLst>
        </pc:picChg>
        <pc:picChg chg="add mod">
          <ac:chgData name="Andre Benedetti" userId="60466d4fc085b17e" providerId="LiveId" clId="{6AE31E5C-6838-415C-9ED3-0CC1084E645F}" dt="2026-03-17T20:41:59.238" v="469" actId="164"/>
          <ac:picMkLst>
            <pc:docMk/>
            <pc:sldMk cId="2768542884" sldId="258"/>
            <ac:picMk id="21" creationId="{48050404-227C-E96C-50B9-3018127FB8CA}"/>
          </ac:picMkLst>
        </pc:picChg>
        <pc:picChg chg="mod">
          <ac:chgData name="Andre Benedetti" userId="60466d4fc085b17e" providerId="LiveId" clId="{6AE31E5C-6838-415C-9ED3-0CC1084E645F}" dt="2026-03-17T20:42:00.680" v="470"/>
          <ac:picMkLst>
            <pc:docMk/>
            <pc:sldMk cId="2768542884" sldId="258"/>
            <ac:picMk id="25" creationId="{576CA9DB-3268-691F-5664-52397F4B463A}"/>
          </ac:picMkLst>
        </pc:picChg>
      </pc:sldChg>
      <pc:sldChg chg="addSp delSp modSp new mod">
        <pc:chgData name="Andre Benedetti" userId="60466d4fc085b17e" providerId="LiveId" clId="{6AE31E5C-6838-415C-9ED3-0CC1084E645F}" dt="2026-03-17T21:19:47.385" v="535" actId="164"/>
        <pc:sldMkLst>
          <pc:docMk/>
          <pc:sldMk cId="1115489164" sldId="259"/>
        </pc:sldMkLst>
        <pc:spChg chg="add mod">
          <ac:chgData name="Andre Benedetti" userId="60466d4fc085b17e" providerId="LiveId" clId="{6AE31E5C-6838-415C-9ED3-0CC1084E645F}" dt="2026-03-17T21:17:53.124" v="492" actId="164"/>
          <ac:spMkLst>
            <pc:docMk/>
            <pc:sldMk cId="1115489164" sldId="259"/>
            <ac:spMk id="10" creationId="{A90E2D2A-5A6E-A34A-5A38-96BA813CA97B}"/>
          </ac:spMkLst>
        </pc:spChg>
        <pc:spChg chg="mod">
          <ac:chgData name="Andre Benedetti" userId="60466d4fc085b17e" providerId="LiveId" clId="{6AE31E5C-6838-415C-9ED3-0CC1084E645F}" dt="2026-03-17T21:18:06.071" v="497"/>
          <ac:spMkLst>
            <pc:docMk/>
            <pc:sldMk cId="1115489164" sldId="259"/>
            <ac:spMk id="16" creationId="{0F8E0EC4-9A53-02F7-BC2E-0429C9F6F15F}"/>
          </ac:spMkLst>
        </pc:spChg>
        <pc:spChg chg="mod">
          <ac:chgData name="Andre Benedetti" userId="60466d4fc085b17e" providerId="LiveId" clId="{6AE31E5C-6838-415C-9ED3-0CC1084E645F}" dt="2026-03-17T21:18:10.356" v="499"/>
          <ac:spMkLst>
            <pc:docMk/>
            <pc:sldMk cId="1115489164" sldId="259"/>
            <ac:spMk id="19" creationId="{D25CE26E-7ABB-5A83-696A-3C6B9032A83F}"/>
          </ac:spMkLst>
        </pc:spChg>
        <pc:spChg chg="mod">
          <ac:chgData name="Andre Benedetti" userId="60466d4fc085b17e" providerId="LiveId" clId="{6AE31E5C-6838-415C-9ED3-0CC1084E645F}" dt="2026-03-17T21:18:20.175" v="502"/>
          <ac:spMkLst>
            <pc:docMk/>
            <pc:sldMk cId="1115489164" sldId="259"/>
            <ac:spMk id="22" creationId="{283385D6-4096-7685-14E7-F28C4E3704D6}"/>
          </ac:spMkLst>
        </pc:spChg>
        <pc:spChg chg="add mod">
          <ac:chgData name="Andre Benedetti" userId="60466d4fc085b17e" providerId="LiveId" clId="{6AE31E5C-6838-415C-9ED3-0CC1084E645F}" dt="2026-03-17T21:19:47.385" v="535" actId="164"/>
          <ac:spMkLst>
            <pc:docMk/>
            <pc:sldMk cId="1115489164" sldId="259"/>
            <ac:spMk id="24" creationId="{3E86F473-A1CA-14AD-F8C8-74641E830A2C}"/>
          </ac:spMkLst>
        </pc:spChg>
        <pc:spChg chg="add mod">
          <ac:chgData name="Andre Benedetti" userId="60466d4fc085b17e" providerId="LiveId" clId="{6AE31E5C-6838-415C-9ED3-0CC1084E645F}" dt="2026-03-17T21:19:47.385" v="535" actId="164"/>
          <ac:spMkLst>
            <pc:docMk/>
            <pc:sldMk cId="1115489164" sldId="259"/>
            <ac:spMk id="25" creationId="{C64A2AF6-E272-88E8-714C-FA2A854501D9}"/>
          </ac:spMkLst>
        </pc:spChg>
        <pc:spChg chg="add mod">
          <ac:chgData name="Andre Benedetti" userId="60466d4fc085b17e" providerId="LiveId" clId="{6AE31E5C-6838-415C-9ED3-0CC1084E645F}" dt="2026-03-17T21:19:47.385" v="535" actId="164"/>
          <ac:spMkLst>
            <pc:docMk/>
            <pc:sldMk cId="1115489164" sldId="259"/>
            <ac:spMk id="26" creationId="{C60733E7-BB55-345E-F003-FB2D9C3798A0}"/>
          </ac:spMkLst>
        </pc:spChg>
        <pc:spChg chg="add mod">
          <ac:chgData name="Andre Benedetti" userId="60466d4fc085b17e" providerId="LiveId" clId="{6AE31E5C-6838-415C-9ED3-0CC1084E645F}" dt="2026-03-17T21:19:47.385" v="535" actId="164"/>
          <ac:spMkLst>
            <pc:docMk/>
            <pc:sldMk cId="1115489164" sldId="259"/>
            <ac:spMk id="27" creationId="{8786B2DF-EBA8-2CA3-CE7B-4DA5709CD138}"/>
          </ac:spMkLst>
        </pc:spChg>
        <pc:grpChg chg="add mod">
          <ac:chgData name="Andre Benedetti" userId="60466d4fc085b17e" providerId="LiveId" clId="{6AE31E5C-6838-415C-9ED3-0CC1084E645F}" dt="2026-03-17T21:19:47.385" v="535" actId="164"/>
          <ac:grpSpMkLst>
            <pc:docMk/>
            <pc:sldMk cId="1115489164" sldId="259"/>
            <ac:grpSpMk id="14" creationId="{28600770-E2FE-EC57-8680-D3DF8BBD976F}"/>
          </ac:grpSpMkLst>
        </pc:grpChg>
        <pc:grpChg chg="add mod">
          <ac:chgData name="Andre Benedetti" userId="60466d4fc085b17e" providerId="LiveId" clId="{6AE31E5C-6838-415C-9ED3-0CC1084E645F}" dt="2026-03-17T21:19:47.385" v="535" actId="164"/>
          <ac:grpSpMkLst>
            <pc:docMk/>
            <pc:sldMk cId="1115489164" sldId="259"/>
            <ac:grpSpMk id="15" creationId="{2529E84F-B031-2BAF-0CA4-31CAC0296741}"/>
          </ac:grpSpMkLst>
        </pc:grpChg>
        <pc:grpChg chg="add mod">
          <ac:chgData name="Andre Benedetti" userId="60466d4fc085b17e" providerId="LiveId" clId="{6AE31E5C-6838-415C-9ED3-0CC1084E645F}" dt="2026-03-17T21:19:47.385" v="535" actId="164"/>
          <ac:grpSpMkLst>
            <pc:docMk/>
            <pc:sldMk cId="1115489164" sldId="259"/>
            <ac:grpSpMk id="18" creationId="{A222155B-77D9-47CC-CFFB-2F7A43C5F8C2}"/>
          </ac:grpSpMkLst>
        </pc:grpChg>
        <pc:grpChg chg="add mod">
          <ac:chgData name="Andre Benedetti" userId="60466d4fc085b17e" providerId="LiveId" clId="{6AE31E5C-6838-415C-9ED3-0CC1084E645F}" dt="2026-03-17T21:19:47.385" v="535" actId="164"/>
          <ac:grpSpMkLst>
            <pc:docMk/>
            <pc:sldMk cId="1115489164" sldId="259"/>
            <ac:grpSpMk id="21" creationId="{53688DE1-FBDC-FBD9-10B5-7122C7D4B853}"/>
          </ac:grpSpMkLst>
        </pc:grpChg>
        <pc:grpChg chg="add mod">
          <ac:chgData name="Andre Benedetti" userId="60466d4fc085b17e" providerId="LiveId" clId="{6AE31E5C-6838-415C-9ED3-0CC1084E645F}" dt="2026-03-17T21:19:47.385" v="535" actId="164"/>
          <ac:grpSpMkLst>
            <pc:docMk/>
            <pc:sldMk cId="1115489164" sldId="259"/>
            <ac:grpSpMk id="28" creationId="{0D63EE46-A5B0-5BAB-1002-91074ED590E0}"/>
          </ac:grpSpMkLst>
        </pc:grpChg>
        <pc:picChg chg="add mod">
          <ac:chgData name="Andre Benedetti" userId="60466d4fc085b17e" providerId="LiveId" clId="{6AE31E5C-6838-415C-9ED3-0CC1084E645F}" dt="2026-03-17T21:19:47.385" v="535" actId="164"/>
          <ac:picMkLst>
            <pc:docMk/>
            <pc:sldMk cId="1115489164" sldId="259"/>
            <ac:picMk id="9" creationId="{73CBF054-0EAB-C091-5988-F4D0298340C7}"/>
          </ac:picMkLst>
        </pc:picChg>
        <pc:picChg chg="add mod">
          <ac:chgData name="Andre Benedetti" userId="60466d4fc085b17e" providerId="LiveId" clId="{6AE31E5C-6838-415C-9ED3-0CC1084E645F}" dt="2026-03-17T21:17:53.124" v="492" actId="164"/>
          <ac:picMkLst>
            <pc:docMk/>
            <pc:sldMk cId="1115489164" sldId="259"/>
            <ac:picMk id="11" creationId="{E39FF49A-C3E6-6AE9-E469-F1BBB3AABFC3}"/>
          </ac:picMkLst>
        </pc:picChg>
        <pc:picChg chg="mod">
          <ac:chgData name="Andre Benedetti" userId="60466d4fc085b17e" providerId="LiveId" clId="{6AE31E5C-6838-415C-9ED3-0CC1084E645F}" dt="2026-03-17T21:18:06.071" v="497"/>
          <ac:picMkLst>
            <pc:docMk/>
            <pc:sldMk cId="1115489164" sldId="259"/>
            <ac:picMk id="17" creationId="{9FD22F37-66C5-9B0B-63A6-DB236332F3A6}"/>
          </ac:picMkLst>
        </pc:picChg>
        <pc:picChg chg="mod">
          <ac:chgData name="Andre Benedetti" userId="60466d4fc085b17e" providerId="LiveId" clId="{6AE31E5C-6838-415C-9ED3-0CC1084E645F}" dt="2026-03-17T21:18:10.356" v="499"/>
          <ac:picMkLst>
            <pc:docMk/>
            <pc:sldMk cId="1115489164" sldId="259"/>
            <ac:picMk id="20" creationId="{2BB7241B-5816-5033-1684-0243D3F5C992}"/>
          </ac:picMkLst>
        </pc:picChg>
        <pc:picChg chg="mod">
          <ac:chgData name="Andre Benedetti" userId="60466d4fc085b17e" providerId="LiveId" clId="{6AE31E5C-6838-415C-9ED3-0CC1084E645F}" dt="2026-03-17T21:18:20.175" v="502"/>
          <ac:picMkLst>
            <pc:docMk/>
            <pc:sldMk cId="1115489164" sldId="259"/>
            <ac:picMk id="23" creationId="{5D785C6F-9A85-82F3-0B2E-94512443AA5E}"/>
          </ac:picMkLst>
        </pc:picChg>
      </pc:sldChg>
      <pc:sldChg chg="addSp delSp modSp new mod">
        <pc:chgData name="Andre Benedetti" userId="60466d4fc085b17e" providerId="LiveId" clId="{6AE31E5C-6838-415C-9ED3-0CC1084E645F}" dt="2026-03-17T21:31:56.084" v="584" actId="164"/>
        <pc:sldMkLst>
          <pc:docMk/>
          <pc:sldMk cId="2573232838" sldId="260"/>
        </pc:sldMkLst>
        <pc:spChg chg="add mod ord">
          <ac:chgData name="Andre Benedetti" userId="60466d4fc085b17e" providerId="LiveId" clId="{6AE31E5C-6838-415C-9ED3-0CC1084E645F}" dt="2026-03-17T21:31:56.084" v="584" actId="164"/>
          <ac:spMkLst>
            <pc:docMk/>
            <pc:sldMk cId="2573232838" sldId="260"/>
            <ac:spMk id="13" creationId="{77504D1B-5B7B-A965-19FB-515F86CFF7C0}"/>
          </ac:spMkLst>
        </pc:spChg>
        <pc:spChg chg="add mod">
          <ac:chgData name="Andre Benedetti" userId="60466d4fc085b17e" providerId="LiveId" clId="{6AE31E5C-6838-415C-9ED3-0CC1084E645F}" dt="2026-03-17T21:31:56.084" v="584" actId="164"/>
          <ac:spMkLst>
            <pc:docMk/>
            <pc:sldMk cId="2573232838" sldId="260"/>
            <ac:spMk id="14" creationId="{C8973228-69EA-2948-38D7-40052205754E}"/>
          </ac:spMkLst>
        </pc:spChg>
        <pc:spChg chg="add mod">
          <ac:chgData name="Andre Benedetti" userId="60466d4fc085b17e" providerId="LiveId" clId="{6AE31E5C-6838-415C-9ED3-0CC1084E645F}" dt="2026-03-17T21:31:56.084" v="584" actId="164"/>
          <ac:spMkLst>
            <pc:docMk/>
            <pc:sldMk cId="2573232838" sldId="260"/>
            <ac:spMk id="15" creationId="{5E366E4B-2D0E-EDB0-EB99-0EA373E18842}"/>
          </ac:spMkLst>
        </pc:spChg>
        <pc:spChg chg="add mod">
          <ac:chgData name="Andre Benedetti" userId="60466d4fc085b17e" providerId="LiveId" clId="{6AE31E5C-6838-415C-9ED3-0CC1084E645F}" dt="2026-03-17T21:31:56.084" v="584" actId="164"/>
          <ac:spMkLst>
            <pc:docMk/>
            <pc:sldMk cId="2573232838" sldId="260"/>
            <ac:spMk id="17" creationId="{ED916492-6F05-B617-E9E8-F20D823E682E}"/>
          </ac:spMkLst>
        </pc:spChg>
        <pc:spChg chg="add mod">
          <ac:chgData name="Andre Benedetti" userId="60466d4fc085b17e" providerId="LiveId" clId="{6AE31E5C-6838-415C-9ED3-0CC1084E645F}" dt="2026-03-17T21:31:56.084" v="584" actId="164"/>
          <ac:spMkLst>
            <pc:docMk/>
            <pc:sldMk cId="2573232838" sldId="260"/>
            <ac:spMk id="18" creationId="{4BE4717F-F3BC-9974-688D-EEE3DB6CC80C}"/>
          </ac:spMkLst>
        </pc:spChg>
        <pc:spChg chg="add mod">
          <ac:chgData name="Andre Benedetti" userId="60466d4fc085b17e" providerId="LiveId" clId="{6AE31E5C-6838-415C-9ED3-0CC1084E645F}" dt="2026-03-17T21:31:56.084" v="584" actId="164"/>
          <ac:spMkLst>
            <pc:docMk/>
            <pc:sldMk cId="2573232838" sldId="260"/>
            <ac:spMk id="20" creationId="{79CD80F3-3849-71B2-ADFA-7F73FB71418D}"/>
          </ac:spMkLst>
        </pc:spChg>
        <pc:spChg chg="add mod">
          <ac:chgData name="Andre Benedetti" userId="60466d4fc085b17e" providerId="LiveId" clId="{6AE31E5C-6838-415C-9ED3-0CC1084E645F}" dt="2026-03-17T21:31:56.084" v="584" actId="164"/>
          <ac:spMkLst>
            <pc:docMk/>
            <pc:sldMk cId="2573232838" sldId="260"/>
            <ac:spMk id="21" creationId="{26C0112F-9628-39D7-7D2A-D067164FA6EF}"/>
          </ac:spMkLst>
        </pc:spChg>
        <pc:spChg chg="add mod">
          <ac:chgData name="Andre Benedetti" userId="60466d4fc085b17e" providerId="LiveId" clId="{6AE31E5C-6838-415C-9ED3-0CC1084E645F}" dt="2026-03-17T21:31:56.084" v="584" actId="164"/>
          <ac:spMkLst>
            <pc:docMk/>
            <pc:sldMk cId="2573232838" sldId="260"/>
            <ac:spMk id="23" creationId="{9655DB8D-1C8E-BE7B-23B5-B69461CD79A0}"/>
          </ac:spMkLst>
        </pc:spChg>
        <pc:picChg chg="add mod">
          <ac:chgData name="Andre Benedetti" userId="60466d4fc085b17e" providerId="LiveId" clId="{6AE31E5C-6838-415C-9ED3-0CC1084E645F}" dt="2026-03-17T21:31:56.084" v="584" actId="164"/>
          <ac:picMkLst>
            <pc:docMk/>
            <pc:sldMk cId="2573232838" sldId="260"/>
            <ac:picMk id="11" creationId="{A0014E26-1324-6DE5-6FC3-B50B2F36D0F2}"/>
          </ac:picMkLst>
        </pc:picChg>
        <pc:picChg chg="add mod ord">
          <ac:chgData name="Andre Benedetti" userId="60466d4fc085b17e" providerId="LiveId" clId="{6AE31E5C-6838-415C-9ED3-0CC1084E645F}" dt="2026-03-17T21:31:56.084" v="584" actId="164"/>
          <ac:picMkLst>
            <pc:docMk/>
            <pc:sldMk cId="2573232838" sldId="260"/>
            <ac:picMk id="12" creationId="{F875B137-9628-43A4-31E0-D2BE14279532}"/>
          </ac:picMkLst>
        </pc:picChg>
        <pc:picChg chg="add mod">
          <ac:chgData name="Andre Benedetti" userId="60466d4fc085b17e" providerId="LiveId" clId="{6AE31E5C-6838-415C-9ED3-0CC1084E645F}" dt="2026-03-17T21:30:55.518" v="560" actId="1076"/>
          <ac:picMkLst>
            <pc:docMk/>
            <pc:sldMk cId="2573232838" sldId="260"/>
            <ac:picMk id="16" creationId="{3CAC994C-A802-3FAE-FFAD-94615FBE4967}"/>
          </ac:picMkLst>
        </pc:picChg>
        <pc:picChg chg="add mod">
          <ac:chgData name="Andre Benedetti" userId="60466d4fc085b17e" providerId="LiveId" clId="{6AE31E5C-6838-415C-9ED3-0CC1084E645F}" dt="2026-03-17T21:31:25.524" v="578" actId="1076"/>
          <ac:picMkLst>
            <pc:docMk/>
            <pc:sldMk cId="2573232838" sldId="260"/>
            <ac:picMk id="19" creationId="{92E8D951-D3A4-755A-1890-E8554F3FE394}"/>
          </ac:picMkLst>
        </pc:picChg>
        <pc:picChg chg="add mod">
          <ac:chgData name="Andre Benedetti" userId="60466d4fc085b17e" providerId="LiveId" clId="{6AE31E5C-6838-415C-9ED3-0CC1084E645F}" dt="2026-03-17T21:31:43.335" v="582" actId="1076"/>
          <ac:picMkLst>
            <pc:docMk/>
            <pc:sldMk cId="2573232838" sldId="260"/>
            <ac:picMk id="22" creationId="{18BD0605-BAE5-B6A6-9777-54793C5E7629}"/>
          </ac:picMkLst>
        </pc:picChg>
      </pc:sldChg>
      <pc:sldChg chg="addSp delSp modSp new mod">
        <pc:chgData name="Andre Benedetti" userId="60466d4fc085b17e" providerId="LiveId" clId="{6AE31E5C-6838-415C-9ED3-0CC1084E645F}" dt="2026-03-17T21:46:31.502" v="627" actId="164"/>
        <pc:sldMkLst>
          <pc:docMk/>
          <pc:sldMk cId="2867108250" sldId="261"/>
        </pc:sldMkLst>
        <pc:spChg chg="add mod">
          <ac:chgData name="Andre Benedetti" userId="60466d4fc085b17e" providerId="LiveId" clId="{6AE31E5C-6838-415C-9ED3-0CC1084E645F}" dt="2026-03-17T21:46:31.502" v="627" actId="164"/>
          <ac:spMkLst>
            <pc:docMk/>
            <pc:sldMk cId="2867108250" sldId="261"/>
            <ac:spMk id="8" creationId="{401E7A95-7027-DF42-99F3-354C7ACA568B}"/>
          </ac:spMkLst>
        </pc:spChg>
        <pc:spChg chg="add mod">
          <ac:chgData name="Andre Benedetti" userId="60466d4fc085b17e" providerId="LiveId" clId="{6AE31E5C-6838-415C-9ED3-0CC1084E645F}" dt="2026-03-17T21:46:31.502" v="627" actId="164"/>
          <ac:spMkLst>
            <pc:docMk/>
            <pc:sldMk cId="2867108250" sldId="261"/>
            <ac:spMk id="10" creationId="{F1C34AA9-9327-59F7-54DC-85F91ADCD727}"/>
          </ac:spMkLst>
        </pc:spChg>
        <pc:spChg chg="add mod">
          <ac:chgData name="Andre Benedetti" userId="60466d4fc085b17e" providerId="LiveId" clId="{6AE31E5C-6838-415C-9ED3-0CC1084E645F}" dt="2026-03-17T21:46:31.502" v="627" actId="164"/>
          <ac:spMkLst>
            <pc:docMk/>
            <pc:sldMk cId="2867108250" sldId="261"/>
            <ac:spMk id="11" creationId="{E0B6E490-4F01-14AE-3FC8-AE2D19E9B00E}"/>
          </ac:spMkLst>
        </pc:spChg>
        <pc:spChg chg="add mod">
          <ac:chgData name="Andre Benedetti" userId="60466d4fc085b17e" providerId="LiveId" clId="{6AE31E5C-6838-415C-9ED3-0CC1084E645F}" dt="2026-03-17T21:46:31.502" v="627" actId="164"/>
          <ac:spMkLst>
            <pc:docMk/>
            <pc:sldMk cId="2867108250" sldId="261"/>
            <ac:spMk id="13" creationId="{A03859A9-306B-AEA6-DEC6-EA97AEA362D4}"/>
          </ac:spMkLst>
        </pc:spChg>
        <pc:spChg chg="add mod">
          <ac:chgData name="Andre Benedetti" userId="60466d4fc085b17e" providerId="LiveId" clId="{6AE31E5C-6838-415C-9ED3-0CC1084E645F}" dt="2026-03-17T21:46:31.502" v="627" actId="164"/>
          <ac:spMkLst>
            <pc:docMk/>
            <pc:sldMk cId="2867108250" sldId="261"/>
            <ac:spMk id="14" creationId="{1953BECD-AFE0-1998-7EFA-0578ABB0DBBF}"/>
          </ac:spMkLst>
        </pc:spChg>
        <pc:spChg chg="add mod">
          <ac:chgData name="Andre Benedetti" userId="60466d4fc085b17e" providerId="LiveId" clId="{6AE31E5C-6838-415C-9ED3-0CC1084E645F}" dt="2026-03-17T21:46:31.502" v="627" actId="164"/>
          <ac:spMkLst>
            <pc:docMk/>
            <pc:sldMk cId="2867108250" sldId="261"/>
            <ac:spMk id="16" creationId="{5850AA65-2E09-37D6-7526-D12087DD8A36}"/>
          </ac:spMkLst>
        </pc:spChg>
        <pc:spChg chg="add mod">
          <ac:chgData name="Andre Benedetti" userId="60466d4fc085b17e" providerId="LiveId" clId="{6AE31E5C-6838-415C-9ED3-0CC1084E645F}" dt="2026-03-17T21:46:31.502" v="627" actId="164"/>
          <ac:spMkLst>
            <pc:docMk/>
            <pc:sldMk cId="2867108250" sldId="261"/>
            <ac:spMk id="17" creationId="{604454F7-1E27-8B37-B545-37E2B1F6260B}"/>
          </ac:spMkLst>
        </pc:spChg>
        <pc:spChg chg="add mod">
          <ac:chgData name="Andre Benedetti" userId="60466d4fc085b17e" providerId="LiveId" clId="{6AE31E5C-6838-415C-9ED3-0CC1084E645F}" dt="2026-03-17T21:46:31.502" v="627" actId="164"/>
          <ac:spMkLst>
            <pc:docMk/>
            <pc:sldMk cId="2867108250" sldId="261"/>
            <ac:spMk id="19" creationId="{7E66CE3E-AF52-D22C-5BDC-8F9B18133C9C}"/>
          </ac:spMkLst>
        </pc:spChg>
        <pc:picChg chg="add mod">
          <ac:chgData name="Andre Benedetti" userId="60466d4fc085b17e" providerId="LiveId" clId="{6AE31E5C-6838-415C-9ED3-0CC1084E645F}" dt="2026-03-17T21:44:57.693" v="588" actId="1076"/>
          <ac:picMkLst>
            <pc:docMk/>
            <pc:sldMk cId="2867108250" sldId="261"/>
            <ac:picMk id="7" creationId="{F7F47741-6B25-8B9D-C303-16BA412285FD}"/>
          </ac:picMkLst>
        </pc:picChg>
        <pc:picChg chg="add mod">
          <ac:chgData name="Andre Benedetti" userId="60466d4fc085b17e" providerId="LiveId" clId="{6AE31E5C-6838-415C-9ED3-0CC1084E645F}" dt="2026-03-17T21:46:31.502" v="627" actId="164"/>
          <ac:picMkLst>
            <pc:docMk/>
            <pc:sldMk cId="2867108250" sldId="261"/>
            <ac:picMk id="9" creationId="{8300B434-DE6C-8766-2D7D-095A38841B58}"/>
          </ac:picMkLst>
        </pc:picChg>
        <pc:picChg chg="add mod">
          <ac:chgData name="Andre Benedetti" userId="60466d4fc085b17e" providerId="LiveId" clId="{6AE31E5C-6838-415C-9ED3-0CC1084E645F}" dt="2026-03-17T21:46:31.502" v="627" actId="164"/>
          <ac:picMkLst>
            <pc:docMk/>
            <pc:sldMk cId="2867108250" sldId="261"/>
            <ac:picMk id="12" creationId="{484E7A86-62BC-ED15-EA89-B5351EE0AC68}"/>
          </ac:picMkLst>
        </pc:picChg>
        <pc:picChg chg="add mod">
          <ac:chgData name="Andre Benedetti" userId="60466d4fc085b17e" providerId="LiveId" clId="{6AE31E5C-6838-415C-9ED3-0CC1084E645F}" dt="2026-03-17T21:45:36.666" v="595" actId="1076"/>
          <ac:picMkLst>
            <pc:docMk/>
            <pc:sldMk cId="2867108250" sldId="261"/>
            <ac:picMk id="15" creationId="{734FA285-6E1D-E735-331F-088D541BA4CE}"/>
          </ac:picMkLst>
        </pc:picChg>
        <pc:picChg chg="add mod">
          <ac:chgData name="Andre Benedetti" userId="60466d4fc085b17e" providerId="LiveId" clId="{6AE31E5C-6838-415C-9ED3-0CC1084E645F}" dt="2026-03-17T21:45:44.223" v="598" actId="1076"/>
          <ac:picMkLst>
            <pc:docMk/>
            <pc:sldMk cId="2867108250" sldId="261"/>
            <ac:picMk id="18" creationId="{DFC43D95-C3FF-EDA8-A7D8-1F599BC464C6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58500B-3294-DA46-CCF4-99057062ED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2E3FBAB-9683-048E-D3AF-816359BEF4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0CCE98-9CCF-EE2F-144A-302A442354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504FD7-08DC-4E70-A7C5-297F1F41C4D7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EC4088-2B42-033A-3A2D-910616A12B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5FBD6A-A28C-8FF7-74C5-332E79916E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347C75-1A1B-479E-BF2F-D1A050263D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9155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ED3F49-32CF-398C-63C4-53F0A6971A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ABE05B-9DF3-6A31-B784-F9E934E9EB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55C9AC-BB28-A13F-7C84-5989F21E29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504FD7-08DC-4E70-A7C5-297F1F41C4D7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049CA9-FD08-1C9D-9610-D9CA6D0691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71DE38-762C-2130-2430-779A96150B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347C75-1A1B-479E-BF2F-D1A050263D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46254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1B0D3-1198-A782-F407-96B1E0D81A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90660D-CA09-6877-FBFD-FE7A0F51FC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AC73D9-95DC-60D9-9CF6-CC57BF78D9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504FD7-08DC-4E70-A7C5-297F1F41C4D7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81CF01-2776-4C88-9DF2-473C79E707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0138BD-68FE-B7DD-E5A7-A1E5CF738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347C75-1A1B-479E-BF2F-D1A050263D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65797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44E34C-6F63-C1D4-362C-3564FFDA8B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FCF690-80F8-B08B-3E98-C6016103155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738E8B-4478-DAA3-D48B-C20A993F24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5D6A79-348A-B3A7-70F2-C84C38438C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504FD7-08DC-4E70-A7C5-297F1F41C4D7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36630E-FA40-39F6-2F3A-FD3DD20006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D853CA-0B89-9656-1DA8-7BFBB8528D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347C75-1A1B-479E-BF2F-D1A050263D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17396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313826-46B8-41EB-AC35-743D29F7B6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E26582-60F3-0ECB-6899-4AFD2789EB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C60567-1CEB-3779-DEB1-09E885E547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12A0AB9-94AE-BB50-8A0A-B8425FB012C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52F2005-227B-9DD9-A82E-904CBBE018C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3633056-1596-95CB-6ED4-165F693E08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504FD7-08DC-4E70-A7C5-297F1F41C4D7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28DAC7B-E690-9E50-CEE3-C56819E9E6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B11B6C3-F236-A4A7-42B2-CF0B592E7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347C75-1A1B-479E-BF2F-D1A050263D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93074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433690-E2BE-072A-ECB4-7EB8945299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B323F17-8B85-D7E6-A93E-C090E438F5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504FD7-08DC-4E70-A7C5-297F1F41C4D7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300F92B-E0BA-2690-5E49-29511E3018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A8CADA-4B66-CDD1-C7F5-7701715ACA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347C75-1A1B-479E-BF2F-D1A050263D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38569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D7CF4D5-DB5C-225B-7F57-DCFB5A8492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504FD7-08DC-4E70-A7C5-297F1F41C4D7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D7168F7-4F83-FC5E-0229-5A2CA427D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436F37-601A-55E4-41F6-5DA7275D6A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347C75-1A1B-479E-BF2F-D1A050263D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75844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C7B745-7765-97F3-632C-32C3A73290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20C72E-66D0-5733-051C-E76CCC5E34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A7FD496-391F-BBBC-7E15-3D8975F036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0AB5F9-E9D8-6AAD-B1A1-B378A9A04F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504FD7-08DC-4E70-A7C5-297F1F41C4D7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5F940A-932B-BDB5-C849-CB96D0B8E8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43B9E5-1634-FF95-C125-3DCAFC0898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347C75-1A1B-479E-BF2F-D1A050263D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92505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68B65E-6991-C79C-43E0-0500B308D1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2D3DECE-1882-8836-4796-E473EC97FE7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54BF57-B02E-653B-F65E-409EB532BE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0DAECA-8189-8A2E-7401-F7213989C2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504FD7-08DC-4E70-A7C5-297F1F41C4D7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F5B947-854E-2B80-6567-31B1AE3976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FE9F16-A369-586A-3795-21321F792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347C75-1A1B-479E-BF2F-D1A050263D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70643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058C93-8945-AE76-ED2E-B0A9345BB9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31D8E75-8AB9-7E36-913E-F3DE3D09D8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6C9885-2680-CD4A-A76C-76507B00C1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504FD7-08DC-4E70-A7C5-297F1F41C4D7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24C5B3-CE0B-EC9A-95E0-A570CDC0B0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8BC4FB-A39C-C6D6-DA0F-1E65E5941E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347C75-1A1B-479E-BF2F-D1A050263D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85188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D057B23-E386-6FA5-FB04-A346711980D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245073C-69BC-C51C-B5BE-4A699BCAF6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3CDDCC-2E9E-F2AF-764F-61965D234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504FD7-08DC-4E70-A7C5-297F1F41C4D7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692057-348B-88D4-1413-5B8352E0D0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810D88-BAFA-55F2-A7A0-DBE520E7CB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347C75-1A1B-479E-BF2F-D1A050263D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97732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D439537-5903-499C-399C-4E04B20BEE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41CAE7-D486-A3F9-96A5-BCBDF76163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DD2A4A-5DD7-FFE8-A38E-E7E07EB72CC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F504FD7-08DC-4E70-A7C5-297F1F41C4D7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128440-1875-E519-C22B-48A8AB172B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023435-A5F6-3706-7245-E13B6CF0A1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5347C75-1A1B-479E-BF2F-D1A050263D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02583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TextBox 85">
            <a:extLst>
              <a:ext uri="{FF2B5EF4-FFF2-40B4-BE49-F238E27FC236}">
                <a16:creationId xmlns:a16="http://schemas.microsoft.com/office/drawing/2014/main" id="{DB935FD6-1E7F-A153-B0B4-0DF052C115F8}"/>
              </a:ext>
            </a:extLst>
          </p:cNvPr>
          <p:cNvSpPr txBox="1"/>
          <p:nvPr/>
        </p:nvSpPr>
        <p:spPr>
          <a:xfrm>
            <a:off x="4116822" y="6144512"/>
            <a:ext cx="3429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WhānauWell Platform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B988D6A0-8851-FEF5-FD34-4F0051DC6E40}"/>
              </a:ext>
            </a:extLst>
          </p:cNvPr>
          <p:cNvGrpSpPr/>
          <p:nvPr/>
        </p:nvGrpSpPr>
        <p:grpSpPr>
          <a:xfrm>
            <a:off x="200112" y="191975"/>
            <a:ext cx="6920358" cy="6420491"/>
            <a:chOff x="200112" y="191975"/>
            <a:chExt cx="6920358" cy="6420491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0654EECB-2FE8-3007-A567-593279254B0B}"/>
                </a:ext>
              </a:extLst>
            </p:cNvPr>
            <p:cNvSpPr/>
            <p:nvPr/>
          </p:nvSpPr>
          <p:spPr>
            <a:xfrm>
              <a:off x="1263760" y="191975"/>
              <a:ext cx="5856710" cy="6420491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FF37812E-DCD9-7F3C-B09B-B07A6F05EE23}"/>
                </a:ext>
              </a:extLst>
            </p:cNvPr>
            <p:cNvGrpSpPr/>
            <p:nvPr/>
          </p:nvGrpSpPr>
          <p:grpSpPr>
            <a:xfrm>
              <a:off x="300338" y="191976"/>
              <a:ext cx="842219" cy="1119321"/>
              <a:chOff x="300338" y="191976"/>
              <a:chExt cx="842219" cy="1119321"/>
            </a:xfrm>
          </p:grpSpPr>
          <p:pic>
            <p:nvPicPr>
              <p:cNvPr id="5" name="Picture 4">
                <a:extLst>
                  <a:ext uri="{FF2B5EF4-FFF2-40B4-BE49-F238E27FC236}">
                    <a16:creationId xmlns:a16="http://schemas.microsoft.com/office/drawing/2014/main" id="{8FCDE269-14AD-828B-66F3-C6AAC3FAA4A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36471" y="191976"/>
                <a:ext cx="386889" cy="824024"/>
              </a:xfrm>
              <a:prstGeom prst="rect">
                <a:avLst/>
              </a:prstGeom>
            </p:spPr>
          </p:pic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CA87979-DC76-C311-6569-A0398897D1A0}"/>
                  </a:ext>
                </a:extLst>
              </p:cNvPr>
              <p:cNvSpPr txBox="1"/>
              <p:nvPr/>
            </p:nvSpPr>
            <p:spPr>
              <a:xfrm>
                <a:off x="300338" y="1065076"/>
                <a:ext cx="842219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noProof="0" dirty="0"/>
                  <a:t>Org Admin</a:t>
                </a:r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18DEC8B3-9A13-F5F4-46F9-2F9C49CF6C39}"/>
                </a:ext>
              </a:extLst>
            </p:cNvPr>
            <p:cNvGrpSpPr/>
            <p:nvPr/>
          </p:nvGrpSpPr>
          <p:grpSpPr>
            <a:xfrm>
              <a:off x="233981" y="1695656"/>
              <a:ext cx="968285" cy="1058850"/>
              <a:chOff x="200113" y="1695656"/>
              <a:chExt cx="968285" cy="1058850"/>
            </a:xfrm>
          </p:grpSpPr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5640D8E8-B13D-EBD4-FFCD-30AAA770E79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95426" y="1695656"/>
                <a:ext cx="386889" cy="824024"/>
              </a:xfrm>
              <a:prstGeom prst="rect">
                <a:avLst/>
              </a:prstGeom>
            </p:spPr>
          </p:pic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F747BAF-BCED-DAC0-89B2-F4A4C4557CE5}"/>
                  </a:ext>
                </a:extLst>
              </p:cNvPr>
              <p:cNvSpPr txBox="1"/>
              <p:nvPr/>
            </p:nvSpPr>
            <p:spPr>
              <a:xfrm>
                <a:off x="200113" y="2508285"/>
                <a:ext cx="968285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noProof="0" dirty="0"/>
                  <a:t>Coordinator</a:t>
                </a:r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E152417F-6F88-9D2E-F371-73EC56BC5768}"/>
                </a:ext>
              </a:extLst>
            </p:cNvPr>
            <p:cNvGrpSpPr/>
            <p:nvPr/>
          </p:nvGrpSpPr>
          <p:grpSpPr>
            <a:xfrm>
              <a:off x="233097" y="3102069"/>
              <a:ext cx="968285" cy="1070245"/>
              <a:chOff x="190762" y="3102069"/>
              <a:chExt cx="968285" cy="1070245"/>
            </a:xfrm>
          </p:grpSpPr>
          <p:pic>
            <p:nvPicPr>
              <p:cNvPr id="10" name="Picture 9">
                <a:extLst>
                  <a:ext uri="{FF2B5EF4-FFF2-40B4-BE49-F238E27FC236}">
                    <a16:creationId xmlns:a16="http://schemas.microsoft.com/office/drawing/2014/main" id="{2755D2C9-0C8E-10FC-2B10-693D80DECF9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83660" y="3102069"/>
                <a:ext cx="386889" cy="824024"/>
              </a:xfrm>
              <a:prstGeom prst="rect">
                <a:avLst/>
              </a:prstGeom>
            </p:spPr>
          </p:pic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0802276-E80F-0306-EF10-537110F33CC2}"/>
                  </a:ext>
                </a:extLst>
              </p:cNvPr>
              <p:cNvSpPr txBox="1"/>
              <p:nvPr/>
            </p:nvSpPr>
            <p:spPr>
              <a:xfrm>
                <a:off x="190762" y="3926093"/>
                <a:ext cx="968285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noProof="0" dirty="0"/>
                  <a:t>Member</a:t>
                </a:r>
              </a:p>
            </p:txBody>
          </p: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3B0044D6-091F-3E25-EC11-7EB722772C7D}"/>
                </a:ext>
              </a:extLst>
            </p:cNvPr>
            <p:cNvGrpSpPr/>
            <p:nvPr/>
          </p:nvGrpSpPr>
          <p:grpSpPr>
            <a:xfrm>
              <a:off x="200112" y="4881448"/>
              <a:ext cx="968285" cy="1070245"/>
              <a:chOff x="200112" y="4881448"/>
              <a:chExt cx="968285" cy="1070245"/>
            </a:xfrm>
          </p:grpSpPr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3DF9FBF5-7025-A7B7-EFE7-D76C33A0906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83661" y="4881448"/>
                <a:ext cx="386889" cy="824024"/>
              </a:xfrm>
              <a:prstGeom prst="rect">
                <a:avLst/>
              </a:prstGeom>
            </p:spPr>
          </p:pic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6C4A9DC2-70CA-7BC0-D9D6-E42F269AE76F}"/>
                  </a:ext>
                </a:extLst>
              </p:cNvPr>
              <p:cNvSpPr txBox="1"/>
              <p:nvPr/>
            </p:nvSpPr>
            <p:spPr>
              <a:xfrm>
                <a:off x="200112" y="5705472"/>
                <a:ext cx="968285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noProof="0" dirty="0"/>
                  <a:t>Sup Admin</a:t>
                </a:r>
              </a:p>
            </p:txBody>
          </p:sp>
        </p:grpSp>
        <p:sp>
          <p:nvSpPr>
            <p:cNvPr id="23" name="Flowchart: Terminator 22">
              <a:extLst>
                <a:ext uri="{FF2B5EF4-FFF2-40B4-BE49-F238E27FC236}">
                  <a16:creationId xmlns:a16="http://schemas.microsoft.com/office/drawing/2014/main" id="{64F3C485-AADB-378C-7607-F6B3F8866135}"/>
                </a:ext>
              </a:extLst>
            </p:cNvPr>
            <p:cNvSpPr/>
            <p:nvPr/>
          </p:nvSpPr>
          <p:spPr>
            <a:xfrm>
              <a:off x="1718728" y="355600"/>
              <a:ext cx="1159934" cy="491067"/>
            </a:xfrm>
            <a:prstGeom prst="flowChartTerminator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noProof="0" dirty="0">
                  <a:solidFill>
                    <a:schemeClr val="tx1"/>
                  </a:solidFill>
                </a:rPr>
                <a:t>Approve Members</a:t>
              </a:r>
              <a:endParaRPr lang="en-US" sz="1000" noProof="0" dirty="0"/>
            </a:p>
          </p:txBody>
        </p: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07FB598E-A0F0-05A7-CAF0-7E3D439CD407}"/>
                </a:ext>
              </a:extLst>
            </p:cNvPr>
            <p:cNvCxnSpPr>
              <a:cxnSpLocks/>
              <a:stCxn id="5" idx="3"/>
              <a:endCxn id="23" idx="1"/>
            </p:cNvCxnSpPr>
            <p:nvPr/>
          </p:nvCxnSpPr>
          <p:spPr>
            <a:xfrm flipV="1">
              <a:off x="923360" y="601134"/>
              <a:ext cx="795368" cy="285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30" name="Flowchart: Terminator 29">
              <a:extLst>
                <a:ext uri="{FF2B5EF4-FFF2-40B4-BE49-F238E27FC236}">
                  <a16:creationId xmlns:a16="http://schemas.microsoft.com/office/drawing/2014/main" id="{2BCCACDE-917F-9CAB-5C0A-9CFD3E4CBA11}"/>
                </a:ext>
              </a:extLst>
            </p:cNvPr>
            <p:cNvSpPr/>
            <p:nvPr/>
          </p:nvSpPr>
          <p:spPr>
            <a:xfrm>
              <a:off x="1693333" y="1178320"/>
              <a:ext cx="1159934" cy="491067"/>
            </a:xfrm>
            <a:prstGeom prst="flowChartTerminator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noProof="0" dirty="0">
                  <a:solidFill>
                    <a:schemeClr val="tx1"/>
                  </a:solidFill>
                </a:rPr>
                <a:t>View Org Dashboard</a:t>
              </a:r>
              <a:endParaRPr lang="en-US" sz="1000" noProof="0" dirty="0"/>
            </a:p>
          </p:txBody>
        </p:sp>
        <p:cxnSp>
          <p:nvCxnSpPr>
            <p:cNvPr id="32" name="Connector: Elbow 31">
              <a:extLst>
                <a:ext uri="{FF2B5EF4-FFF2-40B4-BE49-F238E27FC236}">
                  <a16:creationId xmlns:a16="http://schemas.microsoft.com/office/drawing/2014/main" id="{509A9D0C-0F74-6FA6-373D-9AE6B392FA21}"/>
                </a:ext>
              </a:extLst>
            </p:cNvPr>
            <p:cNvCxnSpPr>
              <a:cxnSpLocks/>
              <a:stCxn id="5" idx="3"/>
              <a:endCxn id="30" idx="1"/>
            </p:cNvCxnSpPr>
            <p:nvPr/>
          </p:nvCxnSpPr>
          <p:spPr>
            <a:xfrm>
              <a:off x="923360" y="603988"/>
              <a:ext cx="769973" cy="819866"/>
            </a:xfrm>
            <a:prstGeom prst="bentConnector3">
              <a:avLst>
                <a:gd name="adj1" fmla="val 50000"/>
              </a:avLst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40" name="Flowchart: Terminator 39">
              <a:extLst>
                <a:ext uri="{FF2B5EF4-FFF2-40B4-BE49-F238E27FC236}">
                  <a16:creationId xmlns:a16="http://schemas.microsoft.com/office/drawing/2014/main" id="{4B7B4FB9-094E-1154-AD0D-6B05CC2E865B}"/>
                </a:ext>
              </a:extLst>
            </p:cNvPr>
            <p:cNvSpPr/>
            <p:nvPr/>
          </p:nvSpPr>
          <p:spPr>
            <a:xfrm>
              <a:off x="1701799" y="1862134"/>
              <a:ext cx="1159934" cy="491067"/>
            </a:xfrm>
            <a:prstGeom prst="flowChartTerminator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noProof="0" dirty="0">
                  <a:solidFill>
                    <a:schemeClr val="tx1"/>
                  </a:solidFill>
                </a:rPr>
                <a:t>Manage Programmes</a:t>
              </a:r>
              <a:endParaRPr lang="en-US" sz="1000" noProof="0" dirty="0"/>
            </a:p>
          </p:txBody>
        </p: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693E5670-B779-BBF8-32EA-2E82C3B3BFF0}"/>
                </a:ext>
              </a:extLst>
            </p:cNvPr>
            <p:cNvCxnSpPr>
              <a:cxnSpLocks/>
              <a:stCxn id="11" idx="3"/>
              <a:endCxn id="40" idx="1"/>
            </p:cNvCxnSpPr>
            <p:nvPr/>
          </p:nvCxnSpPr>
          <p:spPr>
            <a:xfrm>
              <a:off x="916183" y="2107668"/>
              <a:ext cx="78561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47" name="Flowchart: Terminator 46">
              <a:extLst>
                <a:ext uri="{FF2B5EF4-FFF2-40B4-BE49-F238E27FC236}">
                  <a16:creationId xmlns:a16="http://schemas.microsoft.com/office/drawing/2014/main" id="{3D503073-4007-CCE1-418F-37A8A81D6673}"/>
                </a:ext>
              </a:extLst>
            </p:cNvPr>
            <p:cNvSpPr/>
            <p:nvPr/>
          </p:nvSpPr>
          <p:spPr>
            <a:xfrm>
              <a:off x="1676400" y="2734377"/>
              <a:ext cx="1159934" cy="491067"/>
            </a:xfrm>
            <a:prstGeom prst="flowChartTerminator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noProof="0" dirty="0">
                  <a:solidFill>
                    <a:schemeClr val="tx1"/>
                  </a:solidFill>
                </a:rPr>
                <a:t>Join Programmes</a:t>
              </a:r>
              <a:endParaRPr lang="en-US" sz="1000" noProof="0" dirty="0"/>
            </a:p>
          </p:txBody>
        </p:sp>
        <p:cxnSp>
          <p:nvCxnSpPr>
            <p:cNvPr id="48" name="Connector: Elbow 47">
              <a:extLst>
                <a:ext uri="{FF2B5EF4-FFF2-40B4-BE49-F238E27FC236}">
                  <a16:creationId xmlns:a16="http://schemas.microsoft.com/office/drawing/2014/main" id="{AEB173CB-975A-57B4-6E87-CE3D23961289}"/>
                </a:ext>
              </a:extLst>
            </p:cNvPr>
            <p:cNvCxnSpPr>
              <a:cxnSpLocks/>
              <a:stCxn id="10" idx="3"/>
              <a:endCxn id="47" idx="1"/>
            </p:cNvCxnSpPr>
            <p:nvPr/>
          </p:nvCxnSpPr>
          <p:spPr>
            <a:xfrm flipV="1">
              <a:off x="912884" y="2979911"/>
              <a:ext cx="763516" cy="534170"/>
            </a:xfrm>
            <a:prstGeom prst="bentConnector3">
              <a:avLst>
                <a:gd name="adj1" fmla="val 17842"/>
              </a:avLst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53" name="Flowchart: Terminator 52">
              <a:extLst>
                <a:ext uri="{FF2B5EF4-FFF2-40B4-BE49-F238E27FC236}">
                  <a16:creationId xmlns:a16="http://schemas.microsoft.com/office/drawing/2014/main" id="{04E5367A-7E4C-040C-B7A6-5049DBECF6CA}"/>
                </a:ext>
              </a:extLst>
            </p:cNvPr>
            <p:cNvSpPr/>
            <p:nvPr/>
          </p:nvSpPr>
          <p:spPr>
            <a:xfrm>
              <a:off x="2084856" y="3490879"/>
              <a:ext cx="1159934" cy="491067"/>
            </a:xfrm>
            <a:prstGeom prst="flowChartTerminator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noProof="0" dirty="0">
                  <a:solidFill>
                    <a:schemeClr val="tx1"/>
                  </a:solidFill>
                </a:rPr>
                <a:t>Login/</a:t>
              </a:r>
              <a:br>
                <a:rPr lang="en-US" sz="1000" noProof="0" dirty="0">
                  <a:solidFill>
                    <a:schemeClr val="tx1"/>
                  </a:solidFill>
                </a:rPr>
              </a:br>
              <a:r>
                <a:rPr lang="en-US" sz="1000" noProof="0" dirty="0">
                  <a:solidFill>
                    <a:schemeClr val="tx1"/>
                  </a:solidFill>
                </a:rPr>
                <a:t>Authenticate</a:t>
              </a:r>
              <a:endParaRPr lang="en-US" sz="1000" noProof="0" dirty="0"/>
            </a:p>
          </p:txBody>
        </p:sp>
        <p:cxnSp>
          <p:nvCxnSpPr>
            <p:cNvPr id="54" name="Connector: Elbow 53">
              <a:extLst>
                <a:ext uri="{FF2B5EF4-FFF2-40B4-BE49-F238E27FC236}">
                  <a16:creationId xmlns:a16="http://schemas.microsoft.com/office/drawing/2014/main" id="{CEB8BE62-B788-3FC3-5748-2E516A92AB19}"/>
                </a:ext>
              </a:extLst>
            </p:cNvPr>
            <p:cNvCxnSpPr>
              <a:cxnSpLocks/>
              <a:stCxn id="10" idx="3"/>
              <a:endCxn id="53" idx="1"/>
            </p:cNvCxnSpPr>
            <p:nvPr/>
          </p:nvCxnSpPr>
          <p:spPr>
            <a:xfrm>
              <a:off x="912884" y="3514081"/>
              <a:ext cx="1171972" cy="222332"/>
            </a:xfrm>
            <a:prstGeom prst="bentConnector3">
              <a:avLst>
                <a:gd name="adj1" fmla="val 50000"/>
              </a:avLst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59" name="Flowchart: Terminator 58">
              <a:extLst>
                <a:ext uri="{FF2B5EF4-FFF2-40B4-BE49-F238E27FC236}">
                  <a16:creationId xmlns:a16="http://schemas.microsoft.com/office/drawing/2014/main" id="{01385E2F-1008-4247-EA4F-BADBC65ABD4E}"/>
                </a:ext>
              </a:extLst>
            </p:cNvPr>
            <p:cNvSpPr/>
            <p:nvPr/>
          </p:nvSpPr>
          <p:spPr>
            <a:xfrm>
              <a:off x="1650999" y="4123088"/>
              <a:ext cx="1159934" cy="491067"/>
            </a:xfrm>
            <a:prstGeom prst="flowChartTerminator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noProof="0" dirty="0">
                  <a:solidFill>
                    <a:schemeClr val="tx1"/>
                  </a:solidFill>
                </a:rPr>
                <a:t>Take Stress</a:t>
              </a:r>
              <a:br>
                <a:rPr lang="en-US" sz="1000" noProof="0" dirty="0">
                  <a:solidFill>
                    <a:schemeClr val="tx1"/>
                  </a:solidFill>
                </a:rPr>
              </a:br>
              <a:r>
                <a:rPr lang="en-US" sz="1000" noProof="0" dirty="0">
                  <a:solidFill>
                    <a:schemeClr val="tx1"/>
                  </a:solidFill>
                </a:rPr>
                <a:t>Assessments</a:t>
              </a:r>
              <a:endParaRPr lang="en-US" sz="1000" noProof="0" dirty="0"/>
            </a:p>
          </p:txBody>
        </p:sp>
        <p:cxnSp>
          <p:nvCxnSpPr>
            <p:cNvPr id="60" name="Connector: Elbow 59">
              <a:extLst>
                <a:ext uri="{FF2B5EF4-FFF2-40B4-BE49-F238E27FC236}">
                  <a16:creationId xmlns:a16="http://schemas.microsoft.com/office/drawing/2014/main" id="{B3496303-E4A1-1A70-18D0-6A514E07ED6B}"/>
                </a:ext>
              </a:extLst>
            </p:cNvPr>
            <p:cNvCxnSpPr>
              <a:cxnSpLocks/>
              <a:stCxn id="10" idx="3"/>
              <a:endCxn id="59" idx="1"/>
            </p:cNvCxnSpPr>
            <p:nvPr/>
          </p:nvCxnSpPr>
          <p:spPr>
            <a:xfrm>
              <a:off x="912884" y="3514081"/>
              <a:ext cx="738115" cy="854541"/>
            </a:xfrm>
            <a:prstGeom prst="bentConnector3">
              <a:avLst>
                <a:gd name="adj1" fmla="val 28206"/>
              </a:avLst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65" name="Flowchart: Terminator 64">
              <a:extLst>
                <a:ext uri="{FF2B5EF4-FFF2-40B4-BE49-F238E27FC236}">
                  <a16:creationId xmlns:a16="http://schemas.microsoft.com/office/drawing/2014/main" id="{89FA45FE-A7DA-AB48-798A-4B2F450EC635}"/>
                </a:ext>
              </a:extLst>
            </p:cNvPr>
            <p:cNvSpPr/>
            <p:nvPr/>
          </p:nvSpPr>
          <p:spPr>
            <a:xfrm>
              <a:off x="3740541" y="4123088"/>
              <a:ext cx="1159934" cy="491067"/>
            </a:xfrm>
            <a:prstGeom prst="flowChartTerminator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noProof="0" dirty="0">
                  <a:solidFill>
                    <a:schemeClr val="tx1"/>
                  </a:solidFill>
                </a:rPr>
                <a:t>See Stress</a:t>
              </a:r>
              <a:br>
                <a:rPr lang="en-US" sz="1000" noProof="0" dirty="0">
                  <a:solidFill>
                    <a:schemeClr val="tx1"/>
                  </a:solidFill>
                </a:rPr>
              </a:br>
              <a:r>
                <a:rPr lang="en-US" sz="1000" noProof="0" dirty="0">
                  <a:solidFill>
                    <a:schemeClr val="tx1"/>
                  </a:solidFill>
                </a:rPr>
                <a:t>Assessments Results</a:t>
              </a:r>
              <a:endParaRPr lang="en-US" sz="1000" noProof="0" dirty="0"/>
            </a:p>
          </p:txBody>
        </p:sp>
        <p:cxnSp>
          <p:nvCxnSpPr>
            <p:cNvPr id="66" name="Straight Arrow Connector 65">
              <a:extLst>
                <a:ext uri="{FF2B5EF4-FFF2-40B4-BE49-F238E27FC236}">
                  <a16:creationId xmlns:a16="http://schemas.microsoft.com/office/drawing/2014/main" id="{C4BD5313-2660-BF5A-446C-414FE6F4FF20}"/>
                </a:ext>
              </a:extLst>
            </p:cNvPr>
            <p:cNvCxnSpPr>
              <a:cxnSpLocks/>
              <a:stCxn id="59" idx="3"/>
              <a:endCxn id="65" idx="1"/>
            </p:cNvCxnSpPr>
            <p:nvPr/>
          </p:nvCxnSpPr>
          <p:spPr>
            <a:xfrm>
              <a:off x="2810933" y="4368622"/>
              <a:ext cx="929608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91097D5B-1893-1B76-D01B-1733F55FC55D}"/>
                </a:ext>
              </a:extLst>
            </p:cNvPr>
            <p:cNvSpPr txBox="1"/>
            <p:nvPr/>
          </p:nvSpPr>
          <p:spPr>
            <a:xfrm>
              <a:off x="2855494" y="4279329"/>
              <a:ext cx="742838" cy="215444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sz="800" noProof="0" dirty="0"/>
                <a:t>&lt;&lt;Include&gt;&gt;</a:t>
              </a:r>
            </a:p>
          </p:txBody>
        </p:sp>
        <p:sp>
          <p:nvSpPr>
            <p:cNvPr id="71" name="Flowchart: Terminator 70">
              <a:extLst>
                <a:ext uri="{FF2B5EF4-FFF2-40B4-BE49-F238E27FC236}">
                  <a16:creationId xmlns:a16="http://schemas.microsoft.com/office/drawing/2014/main" id="{F17ECB31-AB79-DDC4-5A3E-27486B8C577B}"/>
                </a:ext>
              </a:extLst>
            </p:cNvPr>
            <p:cNvSpPr/>
            <p:nvPr/>
          </p:nvSpPr>
          <p:spPr>
            <a:xfrm>
              <a:off x="1607808" y="5053537"/>
              <a:ext cx="1372453" cy="491067"/>
            </a:xfrm>
            <a:prstGeom prst="flowChartTerminator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noProof="0" dirty="0">
                  <a:solidFill>
                    <a:schemeClr val="tx1"/>
                  </a:solidFill>
                </a:rPr>
                <a:t>Manage Platform Settings</a:t>
              </a:r>
              <a:endParaRPr lang="en-US" sz="1000" noProof="0" dirty="0"/>
            </a:p>
          </p:txBody>
        </p:sp>
        <p:cxnSp>
          <p:nvCxnSpPr>
            <p:cNvPr id="72" name="Straight Arrow Connector 71">
              <a:extLst>
                <a:ext uri="{FF2B5EF4-FFF2-40B4-BE49-F238E27FC236}">
                  <a16:creationId xmlns:a16="http://schemas.microsoft.com/office/drawing/2014/main" id="{9289F37C-7C77-2EAD-730A-518C65BD4A22}"/>
                </a:ext>
              </a:extLst>
            </p:cNvPr>
            <p:cNvCxnSpPr>
              <a:cxnSpLocks/>
              <a:stCxn id="9" idx="3"/>
              <a:endCxn id="71" idx="1"/>
            </p:cNvCxnSpPr>
            <p:nvPr/>
          </p:nvCxnSpPr>
          <p:spPr>
            <a:xfrm>
              <a:off x="870550" y="5293460"/>
              <a:ext cx="737258" cy="561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pic>
          <p:nvPicPr>
            <p:cNvPr id="83" name="Picture 82">
              <a:extLst>
                <a:ext uri="{FF2B5EF4-FFF2-40B4-BE49-F238E27FC236}">
                  <a16:creationId xmlns:a16="http://schemas.microsoft.com/office/drawing/2014/main" id="{B2722F91-6D17-A5BE-64C5-36B498A8494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58942" y="1279846"/>
              <a:ext cx="119991" cy="404415"/>
            </a:xfrm>
            <a:prstGeom prst="rect">
              <a:avLst/>
            </a:prstGeom>
          </p:spPr>
        </p:pic>
        <p:pic>
          <p:nvPicPr>
            <p:cNvPr id="84" name="Picture 83">
              <a:extLst>
                <a:ext uri="{FF2B5EF4-FFF2-40B4-BE49-F238E27FC236}">
                  <a16:creationId xmlns:a16="http://schemas.microsoft.com/office/drawing/2014/main" id="{6111D274-5EB5-144A-DF7D-7B29005565D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57243" y="2718088"/>
              <a:ext cx="119991" cy="404415"/>
            </a:xfrm>
            <a:prstGeom prst="rect">
              <a:avLst/>
            </a:prstGeom>
          </p:spPr>
        </p:pic>
        <p:sp>
          <p:nvSpPr>
            <p:cNvPr id="2" name="Flowchart: Terminator 1">
              <a:extLst>
                <a:ext uri="{FF2B5EF4-FFF2-40B4-BE49-F238E27FC236}">
                  <a16:creationId xmlns:a16="http://schemas.microsoft.com/office/drawing/2014/main" id="{F11CC345-2B2B-7A58-538D-1EF8B65F60CE}"/>
                </a:ext>
              </a:extLst>
            </p:cNvPr>
            <p:cNvSpPr/>
            <p:nvPr/>
          </p:nvSpPr>
          <p:spPr>
            <a:xfrm>
              <a:off x="3430263" y="3018933"/>
              <a:ext cx="1159934" cy="491067"/>
            </a:xfrm>
            <a:prstGeom prst="flowChartTerminator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000" dirty="0">
                  <a:solidFill>
                    <a:schemeClr val="tx1"/>
                  </a:solidFill>
                </a:rPr>
                <a:t>O</a:t>
              </a:r>
              <a:r>
                <a:rPr lang="en-US" sz="1000" dirty="0">
                  <a:solidFill>
                    <a:schemeClr val="tx1"/>
                  </a:solidFill>
                </a:rPr>
                <a:t>pen Support Ticket</a:t>
              </a:r>
              <a:endParaRPr lang="en-US" sz="1000" noProof="0" dirty="0"/>
            </a:p>
          </p:txBody>
        </p:sp>
        <p:cxnSp>
          <p:nvCxnSpPr>
            <p:cNvPr id="3" name="Connector: Elbow 2">
              <a:extLst>
                <a:ext uri="{FF2B5EF4-FFF2-40B4-BE49-F238E27FC236}">
                  <a16:creationId xmlns:a16="http://schemas.microsoft.com/office/drawing/2014/main" id="{1C1E3DA5-C429-BA47-3283-A89CAE9D4424}"/>
                </a:ext>
              </a:extLst>
            </p:cNvPr>
            <p:cNvCxnSpPr>
              <a:cxnSpLocks/>
              <a:stCxn id="10" idx="3"/>
              <a:endCxn id="2" idx="1"/>
            </p:cNvCxnSpPr>
            <p:nvPr/>
          </p:nvCxnSpPr>
          <p:spPr>
            <a:xfrm flipV="1">
              <a:off x="912884" y="3264467"/>
              <a:ext cx="2517379" cy="249614"/>
            </a:xfrm>
            <a:prstGeom prst="bentConnector3">
              <a:avLst>
                <a:gd name="adj1" fmla="val 42601"/>
              </a:avLst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7" name="Flowchart: Terminator 26">
              <a:extLst>
                <a:ext uri="{FF2B5EF4-FFF2-40B4-BE49-F238E27FC236}">
                  <a16:creationId xmlns:a16="http://schemas.microsoft.com/office/drawing/2014/main" id="{CDF232CF-1BCE-213E-6D2B-3822B774F2EE}"/>
                </a:ext>
              </a:extLst>
            </p:cNvPr>
            <p:cNvSpPr/>
            <p:nvPr/>
          </p:nvSpPr>
          <p:spPr>
            <a:xfrm>
              <a:off x="1582403" y="5595404"/>
              <a:ext cx="1372453" cy="491067"/>
            </a:xfrm>
            <a:prstGeom prst="flowChartTerminator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noProof="0" dirty="0">
                  <a:solidFill>
                    <a:schemeClr val="tx1"/>
                  </a:solidFill>
                </a:rPr>
                <a:t>Resolve/Close Ticket</a:t>
              </a:r>
              <a:endParaRPr lang="en-US" sz="1000" noProof="0" dirty="0"/>
            </a:p>
          </p:txBody>
        </p:sp>
        <p:cxnSp>
          <p:nvCxnSpPr>
            <p:cNvPr id="29" name="Connector: Elbow 28">
              <a:extLst>
                <a:ext uri="{FF2B5EF4-FFF2-40B4-BE49-F238E27FC236}">
                  <a16:creationId xmlns:a16="http://schemas.microsoft.com/office/drawing/2014/main" id="{314F9827-4CB3-7706-0B02-C0609697F912}"/>
                </a:ext>
              </a:extLst>
            </p:cNvPr>
            <p:cNvCxnSpPr>
              <a:cxnSpLocks/>
              <a:stCxn id="9" idx="3"/>
              <a:endCxn id="27" idx="1"/>
            </p:cNvCxnSpPr>
            <p:nvPr/>
          </p:nvCxnSpPr>
          <p:spPr>
            <a:xfrm>
              <a:off x="870550" y="5293460"/>
              <a:ext cx="711853" cy="547478"/>
            </a:xfrm>
            <a:prstGeom prst="bentConnector3">
              <a:avLst>
                <a:gd name="adj1" fmla="val 36917"/>
              </a:avLst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36" name="Flowchart: Terminator 35">
              <a:extLst>
                <a:ext uri="{FF2B5EF4-FFF2-40B4-BE49-F238E27FC236}">
                  <a16:creationId xmlns:a16="http://schemas.microsoft.com/office/drawing/2014/main" id="{F21865B3-1637-AABF-57D1-1AB73B3237EE}"/>
                </a:ext>
              </a:extLst>
            </p:cNvPr>
            <p:cNvSpPr/>
            <p:nvPr/>
          </p:nvSpPr>
          <p:spPr>
            <a:xfrm>
              <a:off x="4590197" y="2635174"/>
              <a:ext cx="1428487" cy="584578"/>
            </a:xfrm>
            <a:prstGeom prst="flowChartTerminator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noProof="0" dirty="0">
                  <a:solidFill>
                    <a:schemeClr val="tx1"/>
                  </a:solidFill>
                </a:rPr>
                <a:t>View Support Tickets</a:t>
              </a:r>
              <a:endParaRPr lang="en-US" sz="1000" noProof="0" dirty="0"/>
            </a:p>
          </p:txBody>
        </p:sp>
        <p:cxnSp>
          <p:nvCxnSpPr>
            <p:cNvPr id="37" name="Connector: Elbow 36">
              <a:extLst>
                <a:ext uri="{FF2B5EF4-FFF2-40B4-BE49-F238E27FC236}">
                  <a16:creationId xmlns:a16="http://schemas.microsoft.com/office/drawing/2014/main" id="{694FC533-48EA-D3E2-7894-683E66ED6C46}"/>
                </a:ext>
              </a:extLst>
            </p:cNvPr>
            <p:cNvCxnSpPr>
              <a:cxnSpLocks/>
              <a:stCxn id="14" idx="3"/>
            </p:cNvCxnSpPr>
            <p:nvPr/>
          </p:nvCxnSpPr>
          <p:spPr>
            <a:xfrm flipV="1">
              <a:off x="1201382" y="3223585"/>
              <a:ext cx="3870151" cy="825619"/>
            </a:xfrm>
            <a:prstGeom prst="bentConnector3">
              <a:avLst>
                <a:gd name="adj1" fmla="val 100098"/>
              </a:avLst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6" name="Connector: Elbow 55">
              <a:extLst>
                <a:ext uri="{FF2B5EF4-FFF2-40B4-BE49-F238E27FC236}">
                  <a16:creationId xmlns:a16="http://schemas.microsoft.com/office/drawing/2014/main" id="{FCECF671-BC24-1936-CE09-F6B5CF95F71E}"/>
                </a:ext>
              </a:extLst>
            </p:cNvPr>
            <p:cNvCxnSpPr>
              <a:cxnSpLocks/>
              <a:stCxn id="9" idx="0"/>
              <a:endCxn id="36" idx="2"/>
            </p:cNvCxnSpPr>
            <p:nvPr/>
          </p:nvCxnSpPr>
          <p:spPr>
            <a:xfrm rot="5400000" flipH="1" flipV="1">
              <a:off x="2159925" y="1736933"/>
              <a:ext cx="1661696" cy="4627335"/>
            </a:xfrm>
            <a:prstGeom prst="bentConnector3">
              <a:avLst>
                <a:gd name="adj1" fmla="val 2615"/>
              </a:avLst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5" name="Flowchart: Terminator 94">
              <a:extLst>
                <a:ext uri="{FF2B5EF4-FFF2-40B4-BE49-F238E27FC236}">
                  <a16:creationId xmlns:a16="http://schemas.microsoft.com/office/drawing/2014/main" id="{61A38C49-D848-50E3-DFB0-491124C4536E}"/>
                </a:ext>
              </a:extLst>
            </p:cNvPr>
            <p:cNvSpPr/>
            <p:nvPr/>
          </p:nvSpPr>
          <p:spPr>
            <a:xfrm>
              <a:off x="5504592" y="622114"/>
              <a:ext cx="1428487" cy="584578"/>
            </a:xfrm>
            <a:prstGeom prst="flowChartTerminator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noProof="0" dirty="0">
                  <a:solidFill>
                    <a:schemeClr val="tx1"/>
                  </a:solidFill>
                </a:rPr>
                <a:t>View Wellness Analytics</a:t>
              </a:r>
              <a:endParaRPr lang="en-US" sz="1000" noProof="0" dirty="0"/>
            </a:p>
          </p:txBody>
        </p:sp>
        <p:cxnSp>
          <p:nvCxnSpPr>
            <p:cNvPr id="96" name="Connector: Elbow 95">
              <a:extLst>
                <a:ext uri="{FF2B5EF4-FFF2-40B4-BE49-F238E27FC236}">
                  <a16:creationId xmlns:a16="http://schemas.microsoft.com/office/drawing/2014/main" id="{1EDACB12-D5F6-7C31-9B92-8686A23C8EE7}"/>
                </a:ext>
              </a:extLst>
            </p:cNvPr>
            <p:cNvCxnSpPr>
              <a:cxnSpLocks/>
              <a:stCxn id="9" idx="0"/>
              <a:endCxn id="95" idx="2"/>
            </p:cNvCxnSpPr>
            <p:nvPr/>
          </p:nvCxnSpPr>
          <p:spPr>
            <a:xfrm rot="5400000" flipH="1" flipV="1">
              <a:off x="1610593" y="273205"/>
              <a:ext cx="3674756" cy="5541730"/>
            </a:xfrm>
            <a:prstGeom prst="bentConnector3">
              <a:avLst>
                <a:gd name="adj1" fmla="val -1610"/>
              </a:avLst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Connector: Elbow 99">
              <a:extLst>
                <a:ext uri="{FF2B5EF4-FFF2-40B4-BE49-F238E27FC236}">
                  <a16:creationId xmlns:a16="http://schemas.microsoft.com/office/drawing/2014/main" id="{312AFF61-8E48-9754-6E61-0A04B19BA5B6}"/>
                </a:ext>
              </a:extLst>
            </p:cNvPr>
            <p:cNvCxnSpPr>
              <a:cxnSpLocks/>
              <a:stCxn id="5" idx="3"/>
              <a:endCxn id="95" idx="1"/>
            </p:cNvCxnSpPr>
            <p:nvPr/>
          </p:nvCxnSpPr>
          <p:spPr>
            <a:xfrm>
              <a:off x="923360" y="603988"/>
              <a:ext cx="4581232" cy="310415"/>
            </a:xfrm>
            <a:prstGeom prst="bentConnector3">
              <a:avLst>
                <a:gd name="adj1" fmla="val 12853"/>
              </a:avLst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AA75F975-450C-62A6-DA56-A98070A3E322}"/>
              </a:ext>
            </a:extLst>
          </p:cNvPr>
          <p:cNvSpPr txBox="1"/>
          <p:nvPr/>
        </p:nvSpPr>
        <p:spPr>
          <a:xfrm>
            <a:off x="4402668" y="6086471"/>
            <a:ext cx="25304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WhãnahuWell Platform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70413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C60A429-FED0-4387-96F0-D7522066A1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4418" y="0"/>
            <a:ext cx="494316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51341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58510F6E-62D3-85EF-C9B1-6F5D4BA5634B}"/>
              </a:ext>
            </a:extLst>
          </p:cNvPr>
          <p:cNvSpPr/>
          <p:nvPr/>
        </p:nvSpPr>
        <p:spPr>
          <a:xfrm>
            <a:off x="3408680" y="5974080"/>
            <a:ext cx="670560" cy="36576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549371E-CF23-99AF-1C29-2A0A13E08C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6577" y="4145298"/>
            <a:ext cx="177069" cy="35389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EAB76A7-ADAB-CD69-670D-EC621C9C00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6577" y="1914319"/>
            <a:ext cx="177069" cy="353895"/>
          </a:xfrm>
          <a:prstGeom prst="rect">
            <a:avLst/>
          </a:prstGeom>
        </p:spPr>
      </p:pic>
      <p:grpSp>
        <p:nvGrpSpPr>
          <p:cNvPr id="26" name="Group 25">
            <a:extLst>
              <a:ext uri="{FF2B5EF4-FFF2-40B4-BE49-F238E27FC236}">
                <a16:creationId xmlns:a16="http://schemas.microsoft.com/office/drawing/2014/main" id="{BE50672B-2DD7-C4FC-82B2-7A05314CE622}"/>
              </a:ext>
            </a:extLst>
          </p:cNvPr>
          <p:cNvGrpSpPr/>
          <p:nvPr/>
        </p:nvGrpSpPr>
        <p:grpSpPr>
          <a:xfrm>
            <a:off x="2181013" y="361863"/>
            <a:ext cx="7217259" cy="5463203"/>
            <a:chOff x="2181013" y="361863"/>
            <a:chExt cx="7217259" cy="5463203"/>
          </a:xfrm>
        </p:grpSpPr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13DE4281-C8FC-D6F7-E626-AA00100D06F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181013" y="361863"/>
              <a:ext cx="7217259" cy="5463203"/>
            </a:xfrm>
            <a:prstGeom prst="rect">
              <a:avLst/>
            </a:prstGeom>
          </p:spPr>
        </p:pic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7814ECFD-6AA9-FC5E-FF23-57AA92155D38}"/>
                </a:ext>
              </a:extLst>
            </p:cNvPr>
            <p:cNvGrpSpPr/>
            <p:nvPr/>
          </p:nvGrpSpPr>
          <p:grpSpPr>
            <a:xfrm>
              <a:off x="2357743" y="590974"/>
              <a:ext cx="1564640" cy="883920"/>
              <a:chOff x="2357743" y="590974"/>
              <a:chExt cx="1564640" cy="883920"/>
            </a:xfrm>
          </p:grpSpPr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67B994CC-1A70-37D1-D3F1-6D9C20EEE873}"/>
                  </a:ext>
                </a:extLst>
              </p:cNvPr>
              <p:cNvSpPr/>
              <p:nvPr/>
            </p:nvSpPr>
            <p:spPr>
              <a:xfrm>
                <a:off x="2357743" y="590974"/>
                <a:ext cx="1564640" cy="88392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21" name="Picture 20">
                <a:extLst>
                  <a:ext uri="{FF2B5EF4-FFF2-40B4-BE49-F238E27FC236}">
                    <a16:creationId xmlns:a16="http://schemas.microsoft.com/office/drawing/2014/main" id="{48050404-227C-E96C-50B9-3018127FB8C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983707" y="720436"/>
                <a:ext cx="312712" cy="624995"/>
              </a:xfrm>
              <a:prstGeom prst="rect">
                <a:avLst/>
              </a:prstGeom>
            </p:spPr>
          </p:pic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F15FFEE4-90DF-5092-A84F-C36F1720B309}"/>
                </a:ext>
              </a:extLst>
            </p:cNvPr>
            <p:cNvGrpSpPr/>
            <p:nvPr/>
          </p:nvGrpSpPr>
          <p:grpSpPr>
            <a:xfrm>
              <a:off x="2357743" y="4781974"/>
              <a:ext cx="1564640" cy="883920"/>
              <a:chOff x="2357743" y="590974"/>
              <a:chExt cx="1564640" cy="883920"/>
            </a:xfrm>
          </p:grpSpPr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F94A9404-503B-69E1-696F-845A9D26D5F6}"/>
                  </a:ext>
                </a:extLst>
              </p:cNvPr>
              <p:cNvSpPr/>
              <p:nvPr/>
            </p:nvSpPr>
            <p:spPr>
              <a:xfrm>
                <a:off x="2357743" y="590974"/>
                <a:ext cx="1564640" cy="88392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25" name="Picture 24">
                <a:extLst>
                  <a:ext uri="{FF2B5EF4-FFF2-40B4-BE49-F238E27FC236}">
                    <a16:creationId xmlns:a16="http://schemas.microsoft.com/office/drawing/2014/main" id="{576CA9DB-3268-691F-5664-52397F4B463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983707" y="720436"/>
                <a:ext cx="312712" cy="624995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27685428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27">
            <a:extLst>
              <a:ext uri="{FF2B5EF4-FFF2-40B4-BE49-F238E27FC236}">
                <a16:creationId xmlns:a16="http://schemas.microsoft.com/office/drawing/2014/main" id="{0D63EE46-A5B0-5BAB-1002-91074ED590E0}"/>
              </a:ext>
            </a:extLst>
          </p:cNvPr>
          <p:cNvGrpSpPr/>
          <p:nvPr/>
        </p:nvGrpSpPr>
        <p:grpSpPr>
          <a:xfrm>
            <a:off x="3425613" y="238266"/>
            <a:ext cx="5574387" cy="6111734"/>
            <a:chOff x="3425613" y="238266"/>
            <a:chExt cx="5574387" cy="6111734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73CBF054-0EAB-C091-5988-F4D0298340C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425613" y="238266"/>
              <a:ext cx="5574387" cy="6111734"/>
            </a:xfrm>
            <a:prstGeom prst="rect">
              <a:avLst/>
            </a:prstGeom>
          </p:spPr>
        </p:pic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28600770-E2FE-EC57-8680-D3DF8BBD976F}"/>
                </a:ext>
              </a:extLst>
            </p:cNvPr>
            <p:cNvGrpSpPr/>
            <p:nvPr/>
          </p:nvGrpSpPr>
          <p:grpSpPr>
            <a:xfrm>
              <a:off x="3495663" y="401320"/>
              <a:ext cx="796937" cy="406400"/>
              <a:chOff x="3322943" y="238266"/>
              <a:chExt cx="1067870" cy="631614"/>
            </a:xfrm>
          </p:grpSpPr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A90E2D2A-5A6E-A34A-5A38-96BA813CA97B}"/>
                  </a:ext>
                </a:extLst>
              </p:cNvPr>
              <p:cNvSpPr/>
              <p:nvPr/>
            </p:nvSpPr>
            <p:spPr>
              <a:xfrm>
                <a:off x="3322943" y="238266"/>
                <a:ext cx="1067870" cy="63161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E39FF49A-C3E6-6AE9-E469-F1BBB3AABFC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745152" y="330774"/>
                <a:ext cx="223452" cy="446597"/>
              </a:xfrm>
              <a:prstGeom prst="rect">
                <a:avLst/>
              </a:prstGeom>
            </p:spPr>
          </p:pic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2529E84F-B031-2BAF-0CA4-31CAC0296741}"/>
                </a:ext>
              </a:extLst>
            </p:cNvPr>
            <p:cNvGrpSpPr/>
            <p:nvPr/>
          </p:nvGrpSpPr>
          <p:grpSpPr>
            <a:xfrm>
              <a:off x="4404983" y="377357"/>
              <a:ext cx="796937" cy="406400"/>
              <a:chOff x="3322943" y="238266"/>
              <a:chExt cx="1067870" cy="631614"/>
            </a:xfrm>
          </p:grpSpPr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0F8E0EC4-9A53-02F7-BC2E-0429C9F6F15F}"/>
                  </a:ext>
                </a:extLst>
              </p:cNvPr>
              <p:cNvSpPr/>
              <p:nvPr/>
            </p:nvSpPr>
            <p:spPr>
              <a:xfrm>
                <a:off x="3322943" y="238266"/>
                <a:ext cx="1067870" cy="63161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17" name="Picture 16">
                <a:extLst>
                  <a:ext uri="{FF2B5EF4-FFF2-40B4-BE49-F238E27FC236}">
                    <a16:creationId xmlns:a16="http://schemas.microsoft.com/office/drawing/2014/main" id="{9FD22F37-66C5-9B0B-63A6-DB236332F3A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745152" y="330774"/>
                <a:ext cx="223452" cy="446597"/>
              </a:xfrm>
              <a:prstGeom prst="rect">
                <a:avLst/>
              </a:prstGeom>
            </p:spPr>
          </p:pic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A222155B-77D9-47CC-CFFB-2F7A43C5F8C2}"/>
                </a:ext>
              </a:extLst>
            </p:cNvPr>
            <p:cNvGrpSpPr/>
            <p:nvPr/>
          </p:nvGrpSpPr>
          <p:grpSpPr>
            <a:xfrm>
              <a:off x="3495662" y="5839213"/>
              <a:ext cx="796937" cy="406400"/>
              <a:chOff x="3322943" y="238266"/>
              <a:chExt cx="1067870" cy="631614"/>
            </a:xfrm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D25CE26E-7ABB-5A83-696A-3C6B9032A83F}"/>
                  </a:ext>
                </a:extLst>
              </p:cNvPr>
              <p:cNvSpPr/>
              <p:nvPr/>
            </p:nvSpPr>
            <p:spPr>
              <a:xfrm>
                <a:off x="3322943" y="238266"/>
                <a:ext cx="1067870" cy="63161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20" name="Picture 19">
                <a:extLst>
                  <a:ext uri="{FF2B5EF4-FFF2-40B4-BE49-F238E27FC236}">
                    <a16:creationId xmlns:a16="http://schemas.microsoft.com/office/drawing/2014/main" id="{2BB7241B-5816-5033-1684-0243D3F5C99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745152" y="330774"/>
                <a:ext cx="223452" cy="446597"/>
              </a:xfrm>
              <a:prstGeom prst="rect">
                <a:avLst/>
              </a:prstGeom>
            </p:spPr>
          </p:pic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53688DE1-FBDC-FBD9-10B5-7122C7D4B853}"/>
                </a:ext>
              </a:extLst>
            </p:cNvPr>
            <p:cNvGrpSpPr/>
            <p:nvPr/>
          </p:nvGrpSpPr>
          <p:grpSpPr>
            <a:xfrm>
              <a:off x="4362648" y="5839213"/>
              <a:ext cx="796937" cy="406400"/>
              <a:chOff x="3322943" y="238266"/>
              <a:chExt cx="1067870" cy="631614"/>
            </a:xfrm>
          </p:grpSpPr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283385D6-4096-7685-14E7-F28C4E3704D6}"/>
                  </a:ext>
                </a:extLst>
              </p:cNvPr>
              <p:cNvSpPr/>
              <p:nvPr/>
            </p:nvSpPr>
            <p:spPr>
              <a:xfrm>
                <a:off x="3322943" y="238266"/>
                <a:ext cx="1067870" cy="63161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23" name="Picture 22">
                <a:extLst>
                  <a:ext uri="{FF2B5EF4-FFF2-40B4-BE49-F238E27FC236}">
                    <a16:creationId xmlns:a16="http://schemas.microsoft.com/office/drawing/2014/main" id="{5D785C6F-9A85-82F3-0B2E-94512443AA5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745152" y="330774"/>
                <a:ext cx="223452" cy="446597"/>
              </a:xfrm>
              <a:prstGeom prst="rect">
                <a:avLst/>
              </a:prstGeom>
            </p:spPr>
          </p:pic>
        </p:grp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3E86F473-A1CA-14AD-F8C8-74641E830A2C}"/>
                </a:ext>
              </a:extLst>
            </p:cNvPr>
            <p:cNvSpPr txBox="1"/>
            <p:nvPr/>
          </p:nvSpPr>
          <p:spPr>
            <a:xfrm>
              <a:off x="3609650" y="759521"/>
              <a:ext cx="56896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800" dirty="0"/>
                <a:t>Member</a:t>
              </a:r>
              <a:endParaRPr lang="en-US" sz="800" dirty="0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C64A2AF6-E272-88E8-714C-FA2A854501D9}"/>
                </a:ext>
              </a:extLst>
            </p:cNvPr>
            <p:cNvSpPr txBox="1"/>
            <p:nvPr/>
          </p:nvSpPr>
          <p:spPr>
            <a:xfrm>
              <a:off x="3609650" y="5671968"/>
              <a:ext cx="56896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800" dirty="0"/>
                <a:t>Member</a:t>
              </a:r>
              <a:endParaRPr lang="en-US" sz="800" dirty="0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C60733E7-BB55-345E-F003-FB2D9C3798A0}"/>
                </a:ext>
              </a:extLst>
            </p:cNvPr>
            <p:cNvSpPr txBox="1"/>
            <p:nvPr/>
          </p:nvSpPr>
          <p:spPr>
            <a:xfrm>
              <a:off x="4441454" y="735558"/>
              <a:ext cx="72399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800" dirty="0"/>
                <a:t>Coordinator</a:t>
              </a:r>
              <a:endParaRPr lang="en-US" sz="800" dirty="0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8786B2DF-EBA8-2CA3-CE7B-4DA5709CD138}"/>
                </a:ext>
              </a:extLst>
            </p:cNvPr>
            <p:cNvSpPr txBox="1"/>
            <p:nvPr/>
          </p:nvSpPr>
          <p:spPr>
            <a:xfrm>
              <a:off x="4435592" y="5683292"/>
              <a:ext cx="72399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800" dirty="0"/>
                <a:t>Coordinator</a:t>
              </a:r>
              <a:endParaRPr lang="en-US" sz="800" dirty="0"/>
            </a:p>
          </p:txBody>
        </p:sp>
      </p:grpSp>
    </p:spTree>
    <p:extLst>
      <p:ext uri="{BB962C8B-B14F-4D97-AF65-F5344CB8AC3E}">
        <p14:creationId xmlns:p14="http://schemas.microsoft.com/office/powerpoint/2010/main" val="11154891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23">
            <a:extLst>
              <a:ext uri="{FF2B5EF4-FFF2-40B4-BE49-F238E27FC236}">
                <a16:creationId xmlns:a16="http://schemas.microsoft.com/office/drawing/2014/main" id="{77806953-ED57-DE2A-D5C5-211E5F1B09DF}"/>
              </a:ext>
            </a:extLst>
          </p:cNvPr>
          <p:cNvGrpSpPr/>
          <p:nvPr/>
        </p:nvGrpSpPr>
        <p:grpSpPr>
          <a:xfrm>
            <a:off x="2226733" y="589858"/>
            <a:ext cx="6985133" cy="5844807"/>
            <a:chOff x="2226733" y="589858"/>
            <a:chExt cx="6985133" cy="5844807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A0014E26-1324-6DE5-6FC3-B50B2F36D0F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226733" y="589858"/>
              <a:ext cx="6985133" cy="5844807"/>
            </a:xfrm>
            <a:prstGeom prst="rect">
              <a:avLst/>
            </a:prstGeom>
          </p:spPr>
        </p:pic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C8973228-69EA-2948-38D7-40052205754E}"/>
                </a:ext>
              </a:extLst>
            </p:cNvPr>
            <p:cNvSpPr/>
            <p:nvPr/>
          </p:nvSpPr>
          <p:spPr>
            <a:xfrm>
              <a:off x="2398383" y="787400"/>
              <a:ext cx="936129" cy="48056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F875B137-9628-43A4-31E0-D2BE1427953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13375" y="846923"/>
              <a:ext cx="166759" cy="287354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7504D1B-5B7B-A965-19FB-515F86CFF7C0}"/>
                </a:ext>
              </a:extLst>
            </p:cNvPr>
            <p:cNvSpPr txBox="1"/>
            <p:nvPr/>
          </p:nvSpPr>
          <p:spPr>
            <a:xfrm>
              <a:off x="2535936" y="1145601"/>
              <a:ext cx="645297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800" dirty="0"/>
                <a:t>Org Admin</a:t>
              </a:r>
              <a:endParaRPr lang="en-US" sz="800" dirty="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5E366E4B-2D0E-EDB0-EB99-0EA373E18842}"/>
                </a:ext>
              </a:extLst>
            </p:cNvPr>
            <p:cNvSpPr/>
            <p:nvPr/>
          </p:nvSpPr>
          <p:spPr>
            <a:xfrm>
              <a:off x="3508724" y="787400"/>
              <a:ext cx="984028" cy="48056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3CAC994C-A802-3FAE-FFAD-94615FBE496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23716" y="846923"/>
              <a:ext cx="166759" cy="287354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ED916492-6F05-B617-E9E8-F20D823E682E}"/>
                </a:ext>
              </a:extLst>
            </p:cNvPr>
            <p:cNvSpPr txBox="1"/>
            <p:nvPr/>
          </p:nvSpPr>
          <p:spPr>
            <a:xfrm>
              <a:off x="3646277" y="1145601"/>
              <a:ext cx="755035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800" dirty="0"/>
                <a:t>Super Admin</a:t>
              </a:r>
              <a:endParaRPr lang="en-US" sz="800" dirty="0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4BE4717F-F3BC-9974-688D-EEE3DB6CC80C}"/>
                </a:ext>
              </a:extLst>
            </p:cNvPr>
            <p:cNvSpPr/>
            <p:nvPr/>
          </p:nvSpPr>
          <p:spPr>
            <a:xfrm>
              <a:off x="2398383" y="5787574"/>
              <a:ext cx="936129" cy="48056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92E8D951-D3A4-755A-1890-E8554F3FE39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13375" y="5847097"/>
              <a:ext cx="166759" cy="287354"/>
            </a:xfrm>
            <a:prstGeom prst="rect">
              <a:avLst/>
            </a:prstGeom>
          </p:spPr>
        </p:pic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79CD80F3-3849-71B2-ADFA-7F73FB71418D}"/>
                </a:ext>
              </a:extLst>
            </p:cNvPr>
            <p:cNvSpPr txBox="1"/>
            <p:nvPr/>
          </p:nvSpPr>
          <p:spPr>
            <a:xfrm>
              <a:off x="2543798" y="5679852"/>
              <a:ext cx="645297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800" dirty="0"/>
                <a:t>Org Admin</a:t>
              </a:r>
              <a:endParaRPr lang="en-US" sz="800" dirty="0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26C0112F-9628-39D7-7D2A-D067164FA6EF}"/>
                </a:ext>
              </a:extLst>
            </p:cNvPr>
            <p:cNvSpPr/>
            <p:nvPr/>
          </p:nvSpPr>
          <p:spPr>
            <a:xfrm>
              <a:off x="3508724" y="5770793"/>
              <a:ext cx="984028" cy="48056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18BD0605-BAE5-B6A6-9777-54793C5E762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23716" y="5830316"/>
              <a:ext cx="166759" cy="287354"/>
            </a:xfrm>
            <a:prstGeom prst="rect">
              <a:avLst/>
            </a:prstGeom>
          </p:spPr>
        </p:pic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9655DB8D-1C8E-BE7B-23B5-B69461CD79A0}"/>
                </a:ext>
              </a:extLst>
            </p:cNvPr>
            <p:cNvSpPr txBox="1"/>
            <p:nvPr/>
          </p:nvSpPr>
          <p:spPr>
            <a:xfrm>
              <a:off x="3623220" y="5648426"/>
              <a:ext cx="755035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800" dirty="0"/>
                <a:t>Super Admin</a:t>
              </a:r>
              <a:endParaRPr lang="en-US" sz="800" dirty="0"/>
            </a:p>
          </p:txBody>
        </p:sp>
      </p:grpSp>
    </p:spTree>
    <p:extLst>
      <p:ext uri="{BB962C8B-B14F-4D97-AF65-F5344CB8AC3E}">
        <p14:creationId xmlns:p14="http://schemas.microsoft.com/office/powerpoint/2010/main" val="25732328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>
            <a:extLst>
              <a:ext uri="{FF2B5EF4-FFF2-40B4-BE49-F238E27FC236}">
                <a16:creationId xmlns:a16="http://schemas.microsoft.com/office/drawing/2014/main" id="{715D7C6F-B8C4-363B-1D60-E515824882FD}"/>
              </a:ext>
            </a:extLst>
          </p:cNvPr>
          <p:cNvGrpSpPr/>
          <p:nvPr/>
        </p:nvGrpSpPr>
        <p:grpSpPr>
          <a:xfrm>
            <a:off x="3572481" y="295154"/>
            <a:ext cx="5392913" cy="6267691"/>
            <a:chOff x="3572481" y="295154"/>
            <a:chExt cx="5392913" cy="6267691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F7F47741-6B25-8B9D-C303-16BA412285F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572481" y="295154"/>
              <a:ext cx="5392913" cy="6267691"/>
            </a:xfrm>
            <a:prstGeom prst="rect">
              <a:avLst/>
            </a:prstGeom>
          </p:spPr>
        </p:pic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401E7A95-7027-DF42-99F3-354C7ACA568B}"/>
                </a:ext>
              </a:extLst>
            </p:cNvPr>
            <p:cNvSpPr/>
            <p:nvPr/>
          </p:nvSpPr>
          <p:spPr>
            <a:xfrm>
              <a:off x="3572481" y="415544"/>
              <a:ext cx="936129" cy="48056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8300B434-DE6C-8766-2D7D-095A38841B5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87473" y="475067"/>
              <a:ext cx="166759" cy="287354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F1C34AA9-9327-59F7-54DC-85F91ADCD727}"/>
                </a:ext>
              </a:extLst>
            </p:cNvPr>
            <p:cNvSpPr txBox="1"/>
            <p:nvPr/>
          </p:nvSpPr>
          <p:spPr>
            <a:xfrm>
              <a:off x="3710034" y="773745"/>
              <a:ext cx="645297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800" dirty="0" err="1"/>
                <a:t>End</a:t>
              </a:r>
              <a:r>
                <a:rPr lang="pt-BR" sz="800" dirty="0"/>
                <a:t> </a:t>
              </a:r>
              <a:r>
                <a:rPr lang="pt-BR" sz="800" dirty="0" err="1"/>
                <a:t>user</a:t>
              </a:r>
              <a:endParaRPr lang="en-US" sz="800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E0B6E490-4F01-14AE-3FC8-AE2D19E9B00E}"/>
                </a:ext>
              </a:extLst>
            </p:cNvPr>
            <p:cNvSpPr/>
            <p:nvPr/>
          </p:nvSpPr>
          <p:spPr>
            <a:xfrm>
              <a:off x="4508610" y="415544"/>
              <a:ext cx="936129" cy="48056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484E7A86-62BC-ED15-EA89-B5351EE0AC6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923602" y="475067"/>
              <a:ext cx="166759" cy="287354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A03859A9-306B-AEA6-DEC6-EA97AEA362D4}"/>
                </a:ext>
              </a:extLst>
            </p:cNvPr>
            <p:cNvSpPr txBox="1"/>
            <p:nvPr/>
          </p:nvSpPr>
          <p:spPr>
            <a:xfrm>
              <a:off x="4646163" y="773745"/>
              <a:ext cx="798576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800" dirty="0"/>
                <a:t>Super Admin</a:t>
              </a:r>
              <a:endParaRPr lang="en-US" sz="800" dirty="0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1953BECD-AFE0-1998-7EFA-0578ABB0DBBF}"/>
                </a:ext>
              </a:extLst>
            </p:cNvPr>
            <p:cNvSpPr/>
            <p:nvPr/>
          </p:nvSpPr>
          <p:spPr>
            <a:xfrm>
              <a:off x="3572481" y="5961888"/>
              <a:ext cx="936129" cy="48056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734FA285-6E1D-E735-331F-088D541BA4C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87473" y="6021411"/>
              <a:ext cx="166759" cy="287354"/>
            </a:xfrm>
            <a:prstGeom prst="rect">
              <a:avLst/>
            </a:prstGeom>
          </p:spPr>
        </p:pic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5850AA65-2E09-37D6-7526-D12087DD8A36}"/>
                </a:ext>
              </a:extLst>
            </p:cNvPr>
            <p:cNvSpPr txBox="1"/>
            <p:nvPr/>
          </p:nvSpPr>
          <p:spPr>
            <a:xfrm>
              <a:off x="3710034" y="6320089"/>
              <a:ext cx="645297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800" dirty="0" err="1"/>
                <a:t>End</a:t>
              </a:r>
              <a:r>
                <a:rPr lang="pt-BR" sz="800" dirty="0"/>
                <a:t> </a:t>
              </a:r>
              <a:r>
                <a:rPr lang="pt-BR" sz="800" dirty="0" err="1"/>
                <a:t>User</a:t>
              </a:r>
              <a:endParaRPr lang="en-US" sz="800" dirty="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604454F7-1E27-8B37-B545-37E2B1F6260B}"/>
                </a:ext>
              </a:extLst>
            </p:cNvPr>
            <p:cNvSpPr/>
            <p:nvPr/>
          </p:nvSpPr>
          <p:spPr>
            <a:xfrm>
              <a:off x="4492884" y="5989200"/>
              <a:ext cx="936129" cy="48056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DFC43D95-C3FF-EDA8-A7D8-1F599BC464C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907876" y="6048723"/>
              <a:ext cx="166759" cy="287354"/>
            </a:xfrm>
            <a:prstGeom prst="rect">
              <a:avLst/>
            </a:prstGeom>
          </p:spPr>
        </p:pic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7E66CE3E-AF52-D22C-5BDC-8F9B18133C9C}"/>
                </a:ext>
              </a:extLst>
            </p:cNvPr>
            <p:cNvSpPr txBox="1"/>
            <p:nvPr/>
          </p:nvSpPr>
          <p:spPr>
            <a:xfrm>
              <a:off x="4630437" y="6347401"/>
              <a:ext cx="798576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800" dirty="0"/>
                <a:t>Super Admin</a:t>
              </a:r>
              <a:endParaRPr lang="en-US" sz="800" dirty="0"/>
            </a:p>
          </p:txBody>
        </p:sp>
      </p:grpSp>
    </p:spTree>
    <p:extLst>
      <p:ext uri="{BB962C8B-B14F-4D97-AF65-F5344CB8AC3E}">
        <p14:creationId xmlns:p14="http://schemas.microsoft.com/office/powerpoint/2010/main" val="28671082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1464</TotalTime>
  <Words>72</Words>
  <Application>Microsoft Office PowerPoint</Application>
  <PresentationFormat>Widescreen</PresentationFormat>
  <Paragraphs>31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 Benedetti</dc:creator>
  <cp:lastModifiedBy>Andre Benedetti</cp:lastModifiedBy>
  <cp:revision>1</cp:revision>
  <dcterms:created xsi:type="dcterms:W3CDTF">2026-03-16T21:23:53Z</dcterms:created>
  <dcterms:modified xsi:type="dcterms:W3CDTF">2026-03-27T22:18:07Z</dcterms:modified>
</cp:coreProperties>
</file>