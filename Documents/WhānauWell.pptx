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669B0-83F0-4761-949B-D3B5D5BDB5DA}" v="61" dt="2026-03-28T00:22:53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Benedetti" userId="60466d4fc085b17e" providerId="LiveId" clId="{6AE31E5C-6838-415C-9ED3-0CC1084E645F}"/>
    <pc:docChg chg="undo custSel addSld delSld modSld">
      <pc:chgData name="Andre Benedetti" userId="60466d4fc085b17e" providerId="LiveId" clId="{6AE31E5C-6838-415C-9ED3-0CC1084E645F}" dt="2026-03-28T00:22:50.556" v="535" actId="20577"/>
      <pc:docMkLst>
        <pc:docMk/>
      </pc:docMkLst>
      <pc:sldChg chg="delSp modSp mod modNotesTx">
        <pc:chgData name="Andre Benedetti" userId="60466d4fc085b17e" providerId="LiveId" clId="{6AE31E5C-6838-415C-9ED3-0CC1084E645F}" dt="2026-03-27T22:14:06.949" v="504" actId="20577"/>
        <pc:sldMkLst>
          <pc:docMk/>
          <pc:sldMk cId="2384233865" sldId="256"/>
        </pc:sldMkLst>
        <pc:spChg chg="mod">
          <ac:chgData name="Andre Benedetti" userId="60466d4fc085b17e" providerId="LiveId" clId="{6AE31E5C-6838-415C-9ED3-0CC1084E645F}" dt="2026-03-27T22:14:06.949" v="504" actId="20577"/>
          <ac:spMkLst>
            <pc:docMk/>
            <pc:sldMk cId="2384233865" sldId="256"/>
            <ac:spMk id="2" creationId="{508863FB-EDDD-C0ED-2546-254BD81005EE}"/>
          </ac:spMkLst>
        </pc:spChg>
        <pc:spChg chg="mod">
          <ac:chgData name="Andre Benedetti" userId="60466d4fc085b17e" providerId="LiveId" clId="{6AE31E5C-6838-415C-9ED3-0CC1084E645F}" dt="2026-03-27T21:07:01.551" v="469" actId="20577"/>
          <ac:spMkLst>
            <pc:docMk/>
            <pc:sldMk cId="2384233865" sldId="256"/>
            <ac:spMk id="3" creationId="{1477CC24-E2B7-6388-FFFE-7A4F2B930876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9" creationId="{D3C53AA2-F37D-FF6E-FEA0-869206FBFE05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10" creationId="{DA0F47E2-56E7-9527-7081-CD7FAFAAA95E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14" creationId="{9102BD99-AF10-CD7A-420E-8886B6F20E66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15" creationId="{BFF623FB-DEA2-1C43-30A4-CA492A9372E2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16" creationId="{9A3CB390-FBE6-3B92-22BA-5B5FD0B32841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19" creationId="{1B526BBA-AF1E-943A-7BB4-BF8A6D367EC3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25" creationId="{1679D7D6-7F85-A75A-B99C-6488B9C4ECFD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28" creationId="{ABBAB7C2-5AA2-ABAC-9808-0243CD5D93A7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32" creationId="{32A8E439-EF9D-509A-1B24-834A74987DCA}"/>
          </ac:spMkLst>
        </pc:spChg>
        <pc:spChg chg="mod">
          <ac:chgData name="Andre Benedetti" userId="60466d4fc085b17e" providerId="LiveId" clId="{6AE31E5C-6838-415C-9ED3-0CC1084E645F}" dt="2026-03-27T20:03:09.575" v="5" actId="207"/>
          <ac:spMkLst>
            <pc:docMk/>
            <pc:sldMk cId="2384233865" sldId="256"/>
            <ac:spMk id="34" creationId="{047F466C-C15F-4808-7ADF-CA7843E431AC}"/>
          </ac:spMkLst>
        </pc:spChg>
        <pc:grpChg chg="mod">
          <ac:chgData name="Andre Benedetti" userId="60466d4fc085b17e" providerId="LiveId" clId="{6AE31E5C-6838-415C-9ED3-0CC1084E645F}" dt="2026-03-27T20:02:44.925" v="4" actId="1076"/>
          <ac:grpSpMkLst>
            <pc:docMk/>
            <pc:sldMk cId="2384233865" sldId="256"/>
            <ac:grpSpMk id="4" creationId="{5ABF3779-1ED1-3887-41D9-E644587D3D75}"/>
          </ac:grpSpMkLst>
        </pc:grpChg>
        <pc:picChg chg="mod">
          <ac:chgData name="Andre Benedetti" userId="60466d4fc085b17e" providerId="LiveId" clId="{6AE31E5C-6838-415C-9ED3-0CC1084E645F}" dt="2026-03-27T20:02:25.563" v="1" actId="1076"/>
          <ac:picMkLst>
            <pc:docMk/>
            <pc:sldMk cId="2384233865" sldId="256"/>
            <ac:picMk id="5" creationId="{A7547D1E-212F-328C-8C49-692FD77C8473}"/>
          </ac:picMkLst>
        </pc:picChg>
        <pc:picChg chg="mod">
          <ac:chgData name="Andre Benedetti" userId="60466d4fc085b17e" providerId="LiveId" clId="{6AE31E5C-6838-415C-9ED3-0CC1084E645F}" dt="2026-03-27T20:02:24.355" v="0" actId="29295"/>
          <ac:picMkLst>
            <pc:docMk/>
            <pc:sldMk cId="2384233865" sldId="256"/>
            <ac:picMk id="6" creationId="{8CA1AF4A-F46C-EA83-ED44-5A8C42765367}"/>
          </ac:picMkLst>
        </pc:picChg>
      </pc:sldChg>
      <pc:sldChg chg="addSp delSp modSp mod">
        <pc:chgData name="Andre Benedetti" userId="60466d4fc085b17e" providerId="LiveId" clId="{6AE31E5C-6838-415C-9ED3-0CC1084E645F}" dt="2026-03-27T20:26:31.904" v="213" actId="1076"/>
        <pc:sldMkLst>
          <pc:docMk/>
          <pc:sldMk cId="458556542" sldId="257"/>
        </pc:sldMkLst>
        <pc:spChg chg="mod">
          <ac:chgData name="Andre Benedetti" userId="60466d4fc085b17e" providerId="LiveId" clId="{6AE31E5C-6838-415C-9ED3-0CC1084E645F}" dt="2026-03-27T20:24:55.950" v="198" actId="120"/>
          <ac:spMkLst>
            <pc:docMk/>
            <pc:sldMk cId="458556542" sldId="257"/>
            <ac:spMk id="2" creationId="{9D4EF45A-5B40-C482-CDE8-79E83C13F48C}"/>
          </ac:spMkLst>
        </pc:spChg>
        <pc:spChg chg="mod">
          <ac:chgData name="Andre Benedetti" userId="60466d4fc085b17e" providerId="LiveId" clId="{6AE31E5C-6838-415C-9ED3-0CC1084E645F}" dt="2026-03-27T20:26:31.904" v="213" actId="1076"/>
          <ac:spMkLst>
            <pc:docMk/>
            <pc:sldMk cId="458556542" sldId="257"/>
            <ac:spMk id="3" creationId="{778A3F01-A089-1A97-2366-28C9CAD47AB3}"/>
          </ac:spMkLst>
        </pc:spChg>
        <pc:spChg chg="mod">
          <ac:chgData name="Andre Benedetti" userId="60466d4fc085b17e" providerId="LiveId" clId="{6AE31E5C-6838-415C-9ED3-0CC1084E645F}" dt="2026-03-27T20:26:21.809" v="212" actId="113"/>
          <ac:spMkLst>
            <pc:docMk/>
            <pc:sldMk cId="458556542" sldId="257"/>
            <ac:spMk id="5" creationId="{FB1A7276-179B-4F00-6018-A285617E8E87}"/>
          </ac:spMkLst>
        </pc:spChg>
        <pc:picChg chg="add mod">
          <ac:chgData name="Andre Benedetti" userId="60466d4fc085b17e" providerId="LiveId" clId="{6AE31E5C-6838-415C-9ED3-0CC1084E645F}" dt="2026-03-27T20:03:50.052" v="7"/>
          <ac:picMkLst>
            <pc:docMk/>
            <pc:sldMk cId="458556542" sldId="257"/>
            <ac:picMk id="6" creationId="{2BC2AE65-0935-0760-F9FE-C24A7E1243BC}"/>
          </ac:picMkLst>
        </pc:picChg>
        <pc:picChg chg="del">
          <ac:chgData name="Andre Benedetti" userId="60466d4fc085b17e" providerId="LiveId" clId="{6AE31E5C-6838-415C-9ED3-0CC1084E645F}" dt="2026-03-27T20:03:49.703" v="6" actId="478"/>
          <ac:picMkLst>
            <pc:docMk/>
            <pc:sldMk cId="458556542" sldId="257"/>
            <ac:picMk id="7" creationId="{F5ED0C0D-ECF4-F14B-372B-93FD37EA020B}"/>
          </ac:picMkLst>
        </pc:picChg>
      </pc:sldChg>
      <pc:sldChg chg="addSp delSp modSp del mod">
        <pc:chgData name="Andre Benedetti" userId="60466d4fc085b17e" providerId="LiveId" clId="{6AE31E5C-6838-415C-9ED3-0CC1084E645F}" dt="2026-03-27T21:40:03.692" v="473" actId="47"/>
        <pc:sldMkLst>
          <pc:docMk/>
          <pc:sldMk cId="2169484123" sldId="258"/>
        </pc:sldMkLst>
        <pc:spChg chg="mod">
          <ac:chgData name="Andre Benedetti" userId="60466d4fc085b17e" providerId="LiveId" clId="{6AE31E5C-6838-415C-9ED3-0CC1084E645F}" dt="2026-03-27T20:05:10.425" v="66" actId="20577"/>
          <ac:spMkLst>
            <pc:docMk/>
            <pc:sldMk cId="2169484123" sldId="258"/>
            <ac:spMk id="2" creationId="{0BE5FE33-B621-2B61-2B69-872BE42E6BE1}"/>
          </ac:spMkLst>
        </pc:spChg>
        <pc:picChg chg="add mod">
          <ac:chgData name="Andre Benedetti" userId="60466d4fc085b17e" providerId="LiveId" clId="{6AE31E5C-6838-415C-9ED3-0CC1084E645F}" dt="2026-03-27T20:03:53.163" v="9"/>
          <ac:picMkLst>
            <pc:docMk/>
            <pc:sldMk cId="2169484123" sldId="258"/>
            <ac:picMk id="4" creationId="{C8D73E86-7FC6-B0B8-E5E1-7C322CBD26FE}"/>
          </ac:picMkLst>
        </pc:picChg>
        <pc:picChg chg="del">
          <ac:chgData name="Andre Benedetti" userId="60466d4fc085b17e" providerId="LiveId" clId="{6AE31E5C-6838-415C-9ED3-0CC1084E645F}" dt="2026-03-27T20:03:52.786" v="8" actId="478"/>
          <ac:picMkLst>
            <pc:docMk/>
            <pc:sldMk cId="2169484123" sldId="258"/>
            <ac:picMk id="5" creationId="{2627CC4E-D5E0-7D7D-F31F-5255912D1434}"/>
          </ac:picMkLst>
        </pc:picChg>
        <pc:picChg chg="add mod">
          <ac:chgData name="Andre Benedetti" userId="60466d4fc085b17e" providerId="LiveId" clId="{6AE31E5C-6838-415C-9ED3-0CC1084E645F}" dt="2026-03-27T21:19:03.664" v="472" actId="1076"/>
          <ac:picMkLst>
            <pc:docMk/>
            <pc:sldMk cId="2169484123" sldId="258"/>
            <ac:picMk id="6" creationId="{D8C9020C-A0E7-23D5-D113-91D5A287F75F}"/>
          </ac:picMkLst>
        </pc:picChg>
        <pc:picChg chg="del">
          <ac:chgData name="Andre Benedetti" userId="60466d4fc085b17e" providerId="LiveId" clId="{6AE31E5C-6838-415C-9ED3-0CC1084E645F}" dt="2026-03-27T21:18:59.951" v="470" actId="478"/>
          <ac:picMkLst>
            <pc:docMk/>
            <pc:sldMk cId="2169484123" sldId="258"/>
            <ac:picMk id="7" creationId="{96824B79-3029-DBD2-6677-0DFF6AC63C79}"/>
          </ac:picMkLst>
        </pc:picChg>
      </pc:sldChg>
      <pc:sldChg chg="addSp delSp modSp mod">
        <pc:chgData name="Andre Benedetti" userId="60466d4fc085b17e" providerId="LiveId" clId="{6AE31E5C-6838-415C-9ED3-0CC1084E645F}" dt="2026-03-27T21:41:24.795" v="492" actId="20577"/>
        <pc:sldMkLst>
          <pc:docMk/>
          <pc:sldMk cId="4182634512" sldId="259"/>
        </pc:sldMkLst>
        <pc:spChg chg="mod">
          <ac:chgData name="Andre Benedetti" userId="60466d4fc085b17e" providerId="LiveId" clId="{6AE31E5C-6838-415C-9ED3-0CC1084E645F}" dt="2026-03-27T21:41:24.795" v="492" actId="20577"/>
          <ac:spMkLst>
            <pc:docMk/>
            <pc:sldMk cId="4182634512" sldId="259"/>
            <ac:spMk id="2" creationId="{FC821458-5D9E-48CD-139B-9F7ABE2C0F7E}"/>
          </ac:spMkLst>
        </pc:spChg>
        <pc:spChg chg="mod">
          <ac:chgData name="Andre Benedetti" userId="60466d4fc085b17e" providerId="LiveId" clId="{6AE31E5C-6838-415C-9ED3-0CC1084E645F}" dt="2026-03-27T20:05:51.202" v="92"/>
          <ac:spMkLst>
            <pc:docMk/>
            <pc:sldMk cId="4182634512" sldId="259"/>
            <ac:spMk id="3" creationId="{ED4EBA39-224E-CB6D-1EB1-FAA0553CF701}"/>
          </ac:spMkLst>
        </pc:spChg>
        <pc:spChg chg="mod">
          <ac:chgData name="Andre Benedetti" userId="60466d4fc085b17e" providerId="LiveId" clId="{6AE31E5C-6838-415C-9ED3-0CC1084E645F}" dt="2026-03-27T20:06:10.290" v="97" actId="113"/>
          <ac:spMkLst>
            <pc:docMk/>
            <pc:sldMk cId="4182634512" sldId="259"/>
            <ac:spMk id="5" creationId="{4C2C46C3-D46B-8486-93B2-D38648034F75}"/>
          </ac:spMkLst>
        </pc:spChg>
        <pc:picChg chg="add mod">
          <ac:chgData name="Andre Benedetti" userId="60466d4fc085b17e" providerId="LiveId" clId="{6AE31E5C-6838-415C-9ED3-0CC1084E645F}" dt="2026-03-27T20:03:56.531" v="11"/>
          <ac:picMkLst>
            <pc:docMk/>
            <pc:sldMk cId="4182634512" sldId="259"/>
            <ac:picMk id="4" creationId="{C532CA49-E167-3C2F-02D4-BD8E0DA068E6}"/>
          </ac:picMkLst>
        </pc:picChg>
        <pc:picChg chg="del">
          <ac:chgData name="Andre Benedetti" userId="60466d4fc085b17e" providerId="LiveId" clId="{6AE31E5C-6838-415C-9ED3-0CC1084E645F}" dt="2026-03-27T20:03:56.212" v="10" actId="478"/>
          <ac:picMkLst>
            <pc:docMk/>
            <pc:sldMk cId="4182634512" sldId="259"/>
            <ac:picMk id="7" creationId="{ADB0D8A7-BAD9-3A28-8D02-71C160E02EA3}"/>
          </ac:picMkLst>
        </pc:picChg>
      </pc:sldChg>
      <pc:sldChg chg="addSp delSp modSp mod">
        <pc:chgData name="Andre Benedetti" userId="60466d4fc085b17e" providerId="LiveId" clId="{6AE31E5C-6838-415C-9ED3-0CC1084E645F}" dt="2026-03-27T20:12:42.138" v="129" actId="20577"/>
        <pc:sldMkLst>
          <pc:docMk/>
          <pc:sldMk cId="3566899678" sldId="260"/>
        </pc:sldMkLst>
        <pc:spChg chg="mod">
          <ac:chgData name="Andre Benedetti" userId="60466d4fc085b17e" providerId="LiveId" clId="{6AE31E5C-6838-415C-9ED3-0CC1084E645F}" dt="2026-03-27T20:10:44.385" v="118" actId="20577"/>
          <ac:spMkLst>
            <pc:docMk/>
            <pc:sldMk cId="3566899678" sldId="260"/>
            <ac:spMk id="2" creationId="{448A1C85-18D3-FA4C-F090-06C4094ED4CF}"/>
          </ac:spMkLst>
        </pc:spChg>
        <pc:graphicFrameChg chg="mod modGraphic">
          <ac:chgData name="Andre Benedetti" userId="60466d4fc085b17e" providerId="LiveId" clId="{6AE31E5C-6838-415C-9ED3-0CC1084E645F}" dt="2026-03-27T20:12:42.138" v="129" actId="20577"/>
          <ac:graphicFrameMkLst>
            <pc:docMk/>
            <pc:sldMk cId="3566899678" sldId="260"/>
            <ac:graphicFrameMk id="6" creationId="{656AF819-E626-D459-1E66-9F45B80FD16E}"/>
          </ac:graphicFrameMkLst>
        </pc:graphicFrameChg>
        <pc:picChg chg="add mod">
          <ac:chgData name="Andre Benedetti" userId="60466d4fc085b17e" providerId="LiveId" clId="{6AE31E5C-6838-415C-9ED3-0CC1084E645F}" dt="2026-03-27T20:03:59.965" v="13"/>
          <ac:picMkLst>
            <pc:docMk/>
            <pc:sldMk cId="3566899678" sldId="260"/>
            <ac:picMk id="4" creationId="{871F66E1-4E66-DDDC-8C2E-8FDCD34FCA27}"/>
          </ac:picMkLst>
        </pc:picChg>
        <pc:picChg chg="del">
          <ac:chgData name="Andre Benedetti" userId="60466d4fc085b17e" providerId="LiveId" clId="{6AE31E5C-6838-415C-9ED3-0CC1084E645F}" dt="2026-03-27T20:03:59.949" v="12" actId="478"/>
          <ac:picMkLst>
            <pc:docMk/>
            <pc:sldMk cId="3566899678" sldId="260"/>
            <ac:picMk id="5" creationId="{DC3CCD69-2548-05EA-B021-C66A858B13DF}"/>
          </ac:picMkLst>
        </pc:picChg>
      </pc:sldChg>
      <pc:sldChg chg="addSp delSp modSp del mod">
        <pc:chgData name="Andre Benedetti" userId="60466d4fc085b17e" providerId="LiveId" clId="{6AE31E5C-6838-415C-9ED3-0CC1084E645F}" dt="2026-03-27T20:35:50.825" v="286" actId="47"/>
        <pc:sldMkLst>
          <pc:docMk/>
          <pc:sldMk cId="954820732" sldId="261"/>
        </pc:sldMkLst>
        <pc:spChg chg="mod">
          <ac:chgData name="Andre Benedetti" userId="60466d4fc085b17e" providerId="LiveId" clId="{6AE31E5C-6838-415C-9ED3-0CC1084E645F}" dt="2026-03-27T20:04:56.947" v="57" actId="20577"/>
          <ac:spMkLst>
            <pc:docMk/>
            <pc:sldMk cId="954820732" sldId="261"/>
            <ac:spMk id="2" creationId="{248B7080-AB96-A88A-0DBF-C7E7AA4A0D2E}"/>
          </ac:spMkLst>
        </pc:spChg>
        <pc:graphicFrameChg chg="mod modGraphic">
          <ac:chgData name="Andre Benedetti" userId="60466d4fc085b17e" providerId="LiveId" clId="{6AE31E5C-6838-415C-9ED3-0CC1084E645F}" dt="2026-03-27T20:35:39.632" v="285" actId="14734"/>
          <ac:graphicFrameMkLst>
            <pc:docMk/>
            <pc:sldMk cId="954820732" sldId="261"/>
            <ac:graphicFrameMk id="5" creationId="{2C9D9361-F5B0-896A-18A5-2AFABCBE1180}"/>
          </ac:graphicFrameMkLst>
        </pc:graphicFrameChg>
        <pc:picChg chg="add mod">
          <ac:chgData name="Andre Benedetti" userId="60466d4fc085b17e" providerId="LiveId" clId="{6AE31E5C-6838-415C-9ED3-0CC1084E645F}" dt="2026-03-27T20:04:05.374" v="15"/>
          <ac:picMkLst>
            <pc:docMk/>
            <pc:sldMk cId="954820732" sldId="261"/>
            <ac:picMk id="3" creationId="{487F2DB0-50E3-4AAA-87AF-C3A43DD1B68B}"/>
          </ac:picMkLst>
        </pc:picChg>
        <pc:picChg chg="del">
          <ac:chgData name="Andre Benedetti" userId="60466d4fc085b17e" providerId="LiveId" clId="{6AE31E5C-6838-415C-9ED3-0CC1084E645F}" dt="2026-03-27T20:04:05.086" v="14" actId="478"/>
          <ac:picMkLst>
            <pc:docMk/>
            <pc:sldMk cId="954820732" sldId="261"/>
            <ac:picMk id="8" creationId="{EBE7C6CD-8643-6354-5F45-A92D020E65A6}"/>
          </ac:picMkLst>
        </pc:picChg>
      </pc:sldChg>
      <pc:sldChg chg="addSp delSp modSp mod">
        <pc:chgData name="Andre Benedetti" userId="60466d4fc085b17e" providerId="LiveId" clId="{6AE31E5C-6838-415C-9ED3-0CC1084E645F}" dt="2026-03-27T21:41:13.462" v="490" actId="313"/>
        <pc:sldMkLst>
          <pc:docMk/>
          <pc:sldMk cId="331977" sldId="262"/>
        </pc:sldMkLst>
        <pc:spChg chg="mod">
          <ac:chgData name="Andre Benedetti" userId="60466d4fc085b17e" providerId="LiveId" clId="{6AE31E5C-6838-415C-9ED3-0CC1084E645F}" dt="2026-03-27T21:41:13.462" v="490" actId="313"/>
          <ac:spMkLst>
            <pc:docMk/>
            <pc:sldMk cId="331977" sldId="262"/>
            <ac:spMk id="2" creationId="{AE17E97F-6278-F35A-38E7-D36B1BF579E3}"/>
          </ac:spMkLst>
        </pc:spChg>
        <pc:spChg chg="add del">
          <ac:chgData name="Andre Benedetti" userId="60466d4fc085b17e" providerId="LiveId" clId="{6AE31E5C-6838-415C-9ED3-0CC1084E645F}" dt="2026-03-27T20:35:58.855" v="288" actId="22"/>
          <ac:spMkLst>
            <pc:docMk/>
            <pc:sldMk cId="331977" sldId="262"/>
            <ac:spMk id="9" creationId="{B3126F64-ED33-2D64-FE4A-25C9CE996B88}"/>
          </ac:spMkLst>
        </pc:spChg>
        <pc:graphicFrameChg chg="modGraphic">
          <ac:chgData name="Andre Benedetti" userId="60466d4fc085b17e" providerId="LiveId" clId="{6AE31E5C-6838-415C-9ED3-0CC1084E645F}" dt="2026-03-27T21:06:38.273" v="467" actId="20577"/>
          <ac:graphicFrameMkLst>
            <pc:docMk/>
            <pc:sldMk cId="331977" sldId="262"/>
            <ac:graphicFrameMk id="4" creationId="{4D62C496-B34D-F8D8-7487-76C381AD73A3}"/>
          </ac:graphicFrameMkLst>
        </pc:graphicFrameChg>
        <pc:picChg chg="add mod">
          <ac:chgData name="Andre Benedetti" userId="60466d4fc085b17e" providerId="LiveId" clId="{6AE31E5C-6838-415C-9ED3-0CC1084E645F}" dt="2026-03-27T20:04:09.118" v="17"/>
          <ac:picMkLst>
            <pc:docMk/>
            <pc:sldMk cId="331977" sldId="262"/>
            <ac:picMk id="3" creationId="{584F7EF8-4949-8324-5243-15E6D6BD1733}"/>
          </ac:picMkLst>
        </pc:picChg>
        <pc:picChg chg="del">
          <ac:chgData name="Andre Benedetti" userId="60466d4fc085b17e" providerId="LiveId" clId="{6AE31E5C-6838-415C-9ED3-0CC1084E645F}" dt="2026-03-27T20:04:08.765" v="16" actId="478"/>
          <ac:picMkLst>
            <pc:docMk/>
            <pc:sldMk cId="331977" sldId="262"/>
            <ac:picMk id="5" creationId="{D2E90627-25FB-1AA1-A95C-215610F89639}"/>
          </ac:picMkLst>
        </pc:picChg>
      </pc:sldChg>
      <pc:sldChg chg="addSp delSp modSp mod">
        <pc:chgData name="Andre Benedetti" userId="60466d4fc085b17e" providerId="LiveId" clId="{6AE31E5C-6838-415C-9ED3-0CC1084E645F}" dt="2026-03-27T20:04:25.612" v="27"/>
        <pc:sldMkLst>
          <pc:docMk/>
          <pc:sldMk cId="150433338" sldId="263"/>
        </pc:sldMkLst>
        <pc:spChg chg="mod">
          <ac:chgData name="Andre Benedetti" userId="60466d4fc085b17e" providerId="LiveId" clId="{6AE31E5C-6838-415C-9ED3-0CC1084E645F}" dt="2026-03-27T20:04:19.789" v="24" actId="20577"/>
          <ac:spMkLst>
            <pc:docMk/>
            <pc:sldMk cId="150433338" sldId="263"/>
            <ac:spMk id="2" creationId="{A8CE711F-8866-3135-FA58-4D6EE4FD4164}"/>
          </ac:spMkLst>
        </pc:spChg>
        <pc:spChg chg="del mod">
          <ac:chgData name="Andre Benedetti" userId="60466d4fc085b17e" providerId="LiveId" clId="{6AE31E5C-6838-415C-9ED3-0CC1084E645F}" dt="2026-03-27T20:04:25.612" v="27"/>
          <ac:spMkLst>
            <pc:docMk/>
            <pc:sldMk cId="150433338" sldId="263"/>
            <ac:spMk id="5" creationId="{3CF4C41B-150C-9A53-5FE1-799C2322126B}"/>
          </ac:spMkLst>
        </pc:spChg>
        <pc:picChg chg="add mod">
          <ac:chgData name="Andre Benedetti" userId="60466d4fc085b17e" providerId="LiveId" clId="{6AE31E5C-6838-415C-9ED3-0CC1084E645F}" dt="2026-03-27T20:04:15.396" v="19"/>
          <ac:picMkLst>
            <pc:docMk/>
            <pc:sldMk cId="150433338" sldId="263"/>
            <ac:picMk id="3" creationId="{6CF0AF4C-26B2-49AC-69C3-F8537E8AF75A}"/>
          </ac:picMkLst>
        </pc:picChg>
        <pc:picChg chg="del">
          <ac:chgData name="Andre Benedetti" userId="60466d4fc085b17e" providerId="LiveId" clId="{6AE31E5C-6838-415C-9ED3-0CC1084E645F}" dt="2026-03-27T20:04:14.982" v="18" actId="478"/>
          <ac:picMkLst>
            <pc:docMk/>
            <pc:sldMk cId="150433338" sldId="263"/>
            <ac:picMk id="4" creationId="{B8FC5F13-5AE6-1EAB-C799-066A55E04ABF}"/>
          </ac:picMkLst>
        </pc:picChg>
      </pc:sldChg>
      <pc:sldChg chg="addSp delSp modSp mod">
        <pc:chgData name="Andre Benedetti" userId="60466d4fc085b17e" providerId="LiveId" clId="{6AE31E5C-6838-415C-9ED3-0CC1084E645F}" dt="2026-03-27T23:10:18.968" v="513"/>
        <pc:sldMkLst>
          <pc:docMk/>
          <pc:sldMk cId="3784014444" sldId="264"/>
        </pc:sldMkLst>
        <pc:spChg chg="del mod">
          <ac:chgData name="Andre Benedetti" userId="60466d4fc085b17e" providerId="LiveId" clId="{6AE31E5C-6838-415C-9ED3-0CC1084E645F}" dt="2026-03-27T20:04:39.449" v="31" actId="478"/>
          <ac:spMkLst>
            <pc:docMk/>
            <pc:sldMk cId="3784014444" sldId="264"/>
            <ac:spMk id="2" creationId="{19E38686-1A3B-E11E-A94A-95BB23A8D3DB}"/>
          </ac:spMkLst>
        </pc:spChg>
        <pc:spChg chg="mod">
          <ac:chgData name="Andre Benedetti" userId="60466d4fc085b17e" providerId="LiveId" clId="{6AE31E5C-6838-415C-9ED3-0CC1084E645F}" dt="2026-03-27T23:10:18.968" v="513"/>
          <ac:spMkLst>
            <pc:docMk/>
            <pc:sldMk cId="3784014444" sldId="264"/>
            <ac:spMk id="3" creationId="{46FCB7B4-6108-7624-E105-874757E68735}"/>
          </ac:spMkLst>
        </pc:spChg>
        <pc:picChg chg="del">
          <ac:chgData name="Andre Benedetti" userId="60466d4fc085b17e" providerId="LiveId" clId="{6AE31E5C-6838-415C-9ED3-0CC1084E645F}" dt="2026-03-27T20:04:31.482" v="28" actId="478"/>
          <ac:picMkLst>
            <pc:docMk/>
            <pc:sldMk cId="3784014444" sldId="264"/>
            <ac:picMk id="4" creationId="{DFBB3DAF-67D6-12E4-95AA-AA3966F32A06}"/>
          </ac:picMkLst>
        </pc:picChg>
        <pc:picChg chg="add mod">
          <ac:chgData name="Andre Benedetti" userId="60466d4fc085b17e" providerId="LiveId" clId="{6AE31E5C-6838-415C-9ED3-0CC1084E645F}" dt="2026-03-27T20:04:31.800" v="29"/>
          <ac:picMkLst>
            <pc:docMk/>
            <pc:sldMk cId="3784014444" sldId="264"/>
            <ac:picMk id="6" creationId="{11BE7E03-8C7A-2FC2-99E6-D166595DD09A}"/>
          </ac:picMkLst>
        </pc:picChg>
        <pc:picChg chg="mod">
          <ac:chgData name="Andre Benedetti" userId="60466d4fc085b17e" providerId="LiveId" clId="{6AE31E5C-6838-415C-9ED3-0CC1084E645F}" dt="2026-03-27T21:42:00.919" v="494" actId="732"/>
          <ac:picMkLst>
            <pc:docMk/>
            <pc:sldMk cId="3784014444" sldId="264"/>
            <ac:picMk id="1026" creationId="{4F2B7064-DDE7-64C7-DC09-969E213BB054}"/>
          </ac:picMkLst>
        </pc:picChg>
      </pc:sldChg>
      <pc:sldChg chg="addSp delSp modSp new mod">
        <pc:chgData name="Andre Benedetti" userId="60466d4fc085b17e" providerId="LiveId" clId="{6AE31E5C-6838-415C-9ED3-0CC1084E645F}" dt="2026-03-28T00:22:50.556" v="535" actId="20577"/>
        <pc:sldMkLst>
          <pc:docMk/>
          <pc:sldMk cId="3162312784" sldId="265"/>
        </pc:sldMkLst>
        <pc:spChg chg="add del mod">
          <ac:chgData name="Andre Benedetti" userId="60466d4fc085b17e" providerId="LiveId" clId="{6AE31E5C-6838-415C-9ED3-0CC1084E645F}" dt="2026-03-27T20:36:25.797" v="301" actId="20577"/>
          <ac:spMkLst>
            <pc:docMk/>
            <pc:sldMk cId="3162312784" sldId="265"/>
            <ac:spMk id="2" creationId="{CD70C5FB-858E-E762-8684-619DD264DBC2}"/>
          </ac:spMkLst>
        </pc:spChg>
        <pc:spChg chg="mod">
          <ac:chgData name="Andre Benedetti" userId="60466d4fc085b17e" providerId="LiveId" clId="{6AE31E5C-6838-415C-9ED3-0CC1084E645F}" dt="2026-03-28T00:22:50.556" v="535" actId="20577"/>
          <ac:spMkLst>
            <pc:docMk/>
            <pc:sldMk cId="3162312784" sldId="265"/>
            <ac:spMk id="3" creationId="{14D73140-F7F8-C05D-3996-D54AFA9DFD59}"/>
          </ac:spMkLst>
        </pc:spChg>
        <pc:picChg chg="add mod">
          <ac:chgData name="Andre Benedetti" userId="60466d4fc085b17e" providerId="LiveId" clId="{6AE31E5C-6838-415C-9ED3-0CC1084E645F}" dt="2026-03-27T20:36:09.729" v="290"/>
          <ac:picMkLst>
            <pc:docMk/>
            <pc:sldMk cId="3162312784" sldId="265"/>
            <ac:picMk id="4" creationId="{E4F6481D-B0B2-58E5-0D44-FFEAAAE341A4}"/>
          </ac:picMkLst>
        </pc:picChg>
        <pc:picChg chg="add mod">
          <ac:chgData name="Andre Benedetti" userId="60466d4fc085b17e" providerId="LiveId" clId="{6AE31E5C-6838-415C-9ED3-0CC1084E645F}" dt="2026-03-27T20:36:09.729" v="290"/>
          <ac:picMkLst>
            <pc:docMk/>
            <pc:sldMk cId="3162312784" sldId="265"/>
            <ac:picMk id="5" creationId="{116490EE-DA25-365C-5A99-A70D9C0E3AEA}"/>
          </ac:picMkLst>
        </pc:picChg>
      </pc:sldChg>
      <pc:sldChg chg="addSp modSp new del">
        <pc:chgData name="Andre Benedetti" userId="60466d4fc085b17e" providerId="LiveId" clId="{6AE31E5C-6838-415C-9ED3-0CC1084E645F}" dt="2026-03-27T20:23:24.268" v="180" actId="47"/>
        <pc:sldMkLst>
          <pc:docMk/>
          <pc:sldMk cId="3227607030" sldId="265"/>
        </pc:sldMkLst>
        <pc:picChg chg="add mod">
          <ac:chgData name="Andre Benedetti" userId="60466d4fc085b17e" providerId="LiveId" clId="{6AE31E5C-6838-415C-9ED3-0CC1084E645F}" dt="2026-03-27T20:22:13.287" v="179"/>
          <ac:picMkLst>
            <pc:docMk/>
            <pc:sldMk cId="3227607030" sldId="265"/>
            <ac:picMk id="4" creationId="{A913ED0D-A29D-BACE-265D-2EEFB8CB3EDE}"/>
          </ac:picMkLst>
        </pc:picChg>
        <pc:picChg chg="add mod">
          <ac:chgData name="Andre Benedetti" userId="60466d4fc085b17e" providerId="LiveId" clId="{6AE31E5C-6838-415C-9ED3-0CC1084E645F}" dt="2026-03-27T20:22:13.287" v="179"/>
          <ac:picMkLst>
            <pc:docMk/>
            <pc:sldMk cId="3227607030" sldId="265"/>
            <ac:picMk id="5" creationId="{02862A6E-0793-3BC6-69CA-EBDB41CEF76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3EBDEB-E480-4BDA-9DA7-51A86C3DC934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DF8F38-F96F-4B32-A86E-7A5B36366D67}">
      <dgm:prSet phldrT="[Text]"/>
      <dgm:spPr/>
      <dgm:t>
        <a:bodyPr/>
        <a:lstStyle/>
        <a:p>
          <a:pPr>
            <a:buClr>
              <a:srgbClr val="156082"/>
            </a:buClr>
            <a:buSzPts val="1600"/>
            <a:buFont typeface="+mj-lt"/>
            <a:buAutoNum type="arabicPeriod"/>
          </a:pPr>
          <a:r>
            <a:rPr lang="en-US" b="1" dirty="0"/>
            <a:t>The Command Centre</a:t>
          </a:r>
          <a:endParaRPr lang="en-US" dirty="0"/>
        </a:p>
      </dgm:t>
    </dgm:pt>
    <dgm:pt modelId="{BF6363B2-CEAF-454B-876C-9767A0F40D6C}" type="parTrans" cxnId="{2CBDCD2A-4BA2-4E8D-92C6-DD293381FB53}">
      <dgm:prSet/>
      <dgm:spPr/>
      <dgm:t>
        <a:bodyPr/>
        <a:lstStyle/>
        <a:p>
          <a:endParaRPr lang="en-US"/>
        </a:p>
      </dgm:t>
    </dgm:pt>
    <dgm:pt modelId="{3F0C9EE8-2721-4A16-9F61-6E7988C4C6BC}" type="sibTrans" cxnId="{2CBDCD2A-4BA2-4E8D-92C6-DD293381FB53}">
      <dgm:prSet/>
      <dgm:spPr/>
      <dgm:t>
        <a:bodyPr/>
        <a:lstStyle/>
        <a:p>
          <a:endParaRPr lang="en-US"/>
        </a:p>
      </dgm:t>
    </dgm:pt>
    <dgm:pt modelId="{D0EF18DF-5FCB-4378-8D58-FA6D9FB87485}">
      <dgm:prSet phldrT="[Text]"/>
      <dgm:spPr/>
      <dgm:t>
        <a:bodyPr/>
        <a:lstStyle/>
        <a:p>
          <a:pPr>
            <a:buClr>
              <a:srgbClr val="156082"/>
            </a:buClr>
            <a:buSzPts val="1600"/>
            <a:buFont typeface="+mj-lt"/>
            <a:buAutoNum type="arabicPeriod"/>
          </a:pPr>
          <a:r>
            <a:rPr lang="en-US" b="1" dirty="0"/>
            <a:t>Community Hubs (Multi-tenancy)</a:t>
          </a:r>
          <a:endParaRPr lang="en-US" dirty="0"/>
        </a:p>
      </dgm:t>
    </dgm:pt>
    <dgm:pt modelId="{9CEC6934-C616-4DFF-A7F9-8A5121EC4481}" type="parTrans" cxnId="{0F60CB1A-25C6-4122-A5A1-50DD886B751A}">
      <dgm:prSet/>
      <dgm:spPr/>
      <dgm:t>
        <a:bodyPr/>
        <a:lstStyle/>
        <a:p>
          <a:endParaRPr lang="en-US"/>
        </a:p>
      </dgm:t>
    </dgm:pt>
    <dgm:pt modelId="{987DC3BB-6993-4EEC-9DB9-BFCE11FDEF46}" type="sibTrans" cxnId="{0F60CB1A-25C6-4122-A5A1-50DD886B751A}">
      <dgm:prSet/>
      <dgm:spPr/>
      <dgm:t>
        <a:bodyPr/>
        <a:lstStyle/>
        <a:p>
          <a:endParaRPr lang="en-US"/>
        </a:p>
      </dgm:t>
    </dgm:pt>
    <dgm:pt modelId="{CAE1A044-B8A3-4864-A6CB-088C18A79D93}">
      <dgm:prSet phldrT="[Text]"/>
      <dgm:spPr/>
      <dgm:t>
        <a:bodyPr/>
        <a:lstStyle/>
        <a:p>
          <a:pPr>
            <a:buClr>
              <a:srgbClr val="156082"/>
            </a:buClr>
            <a:buSzPts val="1600"/>
            <a:buFont typeface="+mj-lt"/>
            <a:buAutoNum type="arabicPeriod"/>
          </a:pPr>
          <a:r>
            <a:rPr lang="en-US" b="1" dirty="0"/>
            <a:t>Ethical Data Sovereignty</a:t>
          </a:r>
          <a:endParaRPr lang="en-US" dirty="0"/>
        </a:p>
      </dgm:t>
    </dgm:pt>
    <dgm:pt modelId="{48FBC6C1-CB25-47B7-91AE-8708572D128E}" type="parTrans" cxnId="{1B669B7B-F4AC-40EB-8CB8-5D9549EDA998}">
      <dgm:prSet/>
      <dgm:spPr/>
      <dgm:t>
        <a:bodyPr/>
        <a:lstStyle/>
        <a:p>
          <a:endParaRPr lang="en-US"/>
        </a:p>
      </dgm:t>
    </dgm:pt>
    <dgm:pt modelId="{40A7DCEC-B610-4F06-9E24-27E495AD230A}" type="sibTrans" cxnId="{1B669B7B-F4AC-40EB-8CB8-5D9549EDA998}">
      <dgm:prSet/>
      <dgm:spPr/>
      <dgm:t>
        <a:bodyPr/>
        <a:lstStyle/>
        <a:p>
          <a:endParaRPr lang="en-US"/>
        </a:p>
      </dgm:t>
    </dgm:pt>
    <dgm:pt modelId="{79816ED9-E573-4A53-8051-7AE0B61C1199}">
      <dgm:prSet phldrT="[Text]"/>
      <dgm:spPr/>
      <dgm:t>
        <a:bodyPr/>
        <a:lstStyle/>
        <a:p>
          <a:pPr>
            <a:buClr>
              <a:srgbClr val="156082"/>
            </a:buClr>
            <a:buSzPts val="1600"/>
            <a:buFont typeface="+mj-lt"/>
            <a:buAutoNum type="arabicPeriod"/>
          </a:pPr>
          <a:r>
            <a:rPr lang="en-US" b="1" dirty="0"/>
            <a:t>Holistic Wellbeing Tracking</a:t>
          </a:r>
          <a:endParaRPr lang="en-US" dirty="0"/>
        </a:p>
      </dgm:t>
    </dgm:pt>
    <dgm:pt modelId="{FA603DF7-8316-49A1-8F0A-877F75A5D41B}" type="parTrans" cxnId="{AB8F9B49-5935-4166-A8BE-EC009508BC52}">
      <dgm:prSet/>
      <dgm:spPr/>
      <dgm:t>
        <a:bodyPr/>
        <a:lstStyle/>
        <a:p>
          <a:endParaRPr lang="en-US"/>
        </a:p>
      </dgm:t>
    </dgm:pt>
    <dgm:pt modelId="{924FA62B-FE20-46DE-9264-B47D614BE38F}" type="sibTrans" cxnId="{AB8F9B49-5935-4166-A8BE-EC009508BC52}">
      <dgm:prSet/>
      <dgm:spPr/>
      <dgm:t>
        <a:bodyPr/>
        <a:lstStyle/>
        <a:p>
          <a:endParaRPr lang="en-US"/>
        </a:p>
      </dgm:t>
    </dgm:pt>
    <dgm:pt modelId="{E51166FB-9CBC-4030-BFE8-5378F2DEDA0C}" type="pres">
      <dgm:prSet presAssocID="{C83EBDEB-E480-4BDA-9DA7-51A86C3DC93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9F96F66-0372-4D10-81BB-923DFF3B5EC1}" type="pres">
      <dgm:prSet presAssocID="{CADF8F38-F96F-4B32-A86E-7A5B36366D67}" presName="singleCycle" presStyleCnt="0"/>
      <dgm:spPr/>
    </dgm:pt>
    <dgm:pt modelId="{3C9FA8A0-1DF2-40BB-8252-D5C42870A189}" type="pres">
      <dgm:prSet presAssocID="{CADF8F38-F96F-4B32-A86E-7A5B36366D67}" presName="singleCenter" presStyleLbl="node1" presStyleIdx="0" presStyleCnt="4">
        <dgm:presLayoutVars>
          <dgm:chMax val="7"/>
          <dgm:chPref val="7"/>
        </dgm:presLayoutVars>
      </dgm:prSet>
      <dgm:spPr/>
    </dgm:pt>
    <dgm:pt modelId="{55762908-43E7-45D0-B87F-60D9D23F6717}" type="pres">
      <dgm:prSet presAssocID="{9CEC6934-C616-4DFF-A7F9-8A5121EC4481}" presName="Name56" presStyleLbl="parChTrans1D2" presStyleIdx="0" presStyleCnt="3"/>
      <dgm:spPr/>
    </dgm:pt>
    <dgm:pt modelId="{46790894-C670-4BBF-B391-B7CC6A8C8DEC}" type="pres">
      <dgm:prSet presAssocID="{D0EF18DF-5FCB-4378-8D58-FA6D9FB87485}" presName="text0" presStyleLbl="node1" presStyleIdx="1" presStyleCnt="4">
        <dgm:presLayoutVars>
          <dgm:bulletEnabled val="1"/>
        </dgm:presLayoutVars>
      </dgm:prSet>
      <dgm:spPr/>
    </dgm:pt>
    <dgm:pt modelId="{EC02F114-A725-4960-87C0-CEE1D7F601BF}" type="pres">
      <dgm:prSet presAssocID="{FA603DF7-8316-49A1-8F0A-877F75A5D41B}" presName="Name56" presStyleLbl="parChTrans1D2" presStyleIdx="1" presStyleCnt="3"/>
      <dgm:spPr/>
    </dgm:pt>
    <dgm:pt modelId="{07C45F43-7AC5-436C-9246-0E80F51AD743}" type="pres">
      <dgm:prSet presAssocID="{79816ED9-E573-4A53-8051-7AE0B61C1199}" presName="text0" presStyleLbl="node1" presStyleIdx="2" presStyleCnt="4">
        <dgm:presLayoutVars>
          <dgm:bulletEnabled val="1"/>
        </dgm:presLayoutVars>
      </dgm:prSet>
      <dgm:spPr/>
    </dgm:pt>
    <dgm:pt modelId="{4D3CFC62-0FA4-4F87-846C-F2E494C38F97}" type="pres">
      <dgm:prSet presAssocID="{48FBC6C1-CB25-47B7-91AE-8708572D128E}" presName="Name56" presStyleLbl="parChTrans1D2" presStyleIdx="2" presStyleCnt="3"/>
      <dgm:spPr/>
    </dgm:pt>
    <dgm:pt modelId="{A875B33E-CDC2-4224-9FA6-579A836E5134}" type="pres">
      <dgm:prSet presAssocID="{CAE1A044-B8A3-4864-A6CB-088C18A79D93}" presName="text0" presStyleLbl="node1" presStyleIdx="3" presStyleCnt="4">
        <dgm:presLayoutVars>
          <dgm:bulletEnabled val="1"/>
        </dgm:presLayoutVars>
      </dgm:prSet>
      <dgm:spPr/>
    </dgm:pt>
  </dgm:ptLst>
  <dgm:cxnLst>
    <dgm:cxn modelId="{5EDDBD0C-531E-4721-842A-72A4DCBE7815}" type="presOf" srcId="{D0EF18DF-5FCB-4378-8D58-FA6D9FB87485}" destId="{46790894-C670-4BBF-B391-B7CC6A8C8DEC}" srcOrd="0" destOrd="0" presId="urn:microsoft.com/office/officeart/2008/layout/RadialCluster"/>
    <dgm:cxn modelId="{0F60CB1A-25C6-4122-A5A1-50DD886B751A}" srcId="{CADF8F38-F96F-4B32-A86E-7A5B36366D67}" destId="{D0EF18DF-5FCB-4378-8D58-FA6D9FB87485}" srcOrd="0" destOrd="0" parTransId="{9CEC6934-C616-4DFF-A7F9-8A5121EC4481}" sibTransId="{987DC3BB-6993-4EEC-9DB9-BFCE11FDEF46}"/>
    <dgm:cxn modelId="{2CBDCD2A-4BA2-4E8D-92C6-DD293381FB53}" srcId="{C83EBDEB-E480-4BDA-9DA7-51A86C3DC934}" destId="{CADF8F38-F96F-4B32-A86E-7A5B36366D67}" srcOrd="0" destOrd="0" parTransId="{BF6363B2-CEAF-454B-876C-9767A0F40D6C}" sibTransId="{3F0C9EE8-2721-4A16-9F61-6E7988C4C6BC}"/>
    <dgm:cxn modelId="{6E1B8036-0F4B-413A-8E97-5C7683C9D60C}" type="presOf" srcId="{79816ED9-E573-4A53-8051-7AE0B61C1199}" destId="{07C45F43-7AC5-436C-9246-0E80F51AD743}" srcOrd="0" destOrd="0" presId="urn:microsoft.com/office/officeart/2008/layout/RadialCluster"/>
    <dgm:cxn modelId="{59AC223E-7970-4E6C-B16C-B12160EFC35B}" type="presOf" srcId="{48FBC6C1-CB25-47B7-91AE-8708572D128E}" destId="{4D3CFC62-0FA4-4F87-846C-F2E494C38F97}" srcOrd="0" destOrd="0" presId="urn:microsoft.com/office/officeart/2008/layout/RadialCluster"/>
    <dgm:cxn modelId="{8142DC5E-28F9-4A69-8597-860CE1A2AE14}" type="presOf" srcId="{9CEC6934-C616-4DFF-A7F9-8A5121EC4481}" destId="{55762908-43E7-45D0-B87F-60D9D23F6717}" srcOrd="0" destOrd="0" presId="urn:microsoft.com/office/officeart/2008/layout/RadialCluster"/>
    <dgm:cxn modelId="{AB8F9B49-5935-4166-A8BE-EC009508BC52}" srcId="{CADF8F38-F96F-4B32-A86E-7A5B36366D67}" destId="{79816ED9-E573-4A53-8051-7AE0B61C1199}" srcOrd="1" destOrd="0" parTransId="{FA603DF7-8316-49A1-8F0A-877F75A5D41B}" sibTransId="{924FA62B-FE20-46DE-9264-B47D614BE38F}"/>
    <dgm:cxn modelId="{1B669B7B-F4AC-40EB-8CB8-5D9549EDA998}" srcId="{CADF8F38-F96F-4B32-A86E-7A5B36366D67}" destId="{CAE1A044-B8A3-4864-A6CB-088C18A79D93}" srcOrd="2" destOrd="0" parTransId="{48FBC6C1-CB25-47B7-91AE-8708572D128E}" sibTransId="{40A7DCEC-B610-4F06-9E24-27E495AD230A}"/>
    <dgm:cxn modelId="{E45F407D-7CAB-423E-9D14-BD2F70C82061}" type="presOf" srcId="{C83EBDEB-E480-4BDA-9DA7-51A86C3DC934}" destId="{E51166FB-9CBC-4030-BFE8-5378F2DEDA0C}" srcOrd="0" destOrd="0" presId="urn:microsoft.com/office/officeart/2008/layout/RadialCluster"/>
    <dgm:cxn modelId="{CF24A8C1-07DE-4CFD-B1DE-084FD715F34D}" type="presOf" srcId="{CADF8F38-F96F-4B32-A86E-7A5B36366D67}" destId="{3C9FA8A0-1DF2-40BB-8252-D5C42870A189}" srcOrd="0" destOrd="0" presId="urn:microsoft.com/office/officeart/2008/layout/RadialCluster"/>
    <dgm:cxn modelId="{730CD0C7-E3F9-40F5-9957-8D51D11B0C47}" type="presOf" srcId="{CAE1A044-B8A3-4864-A6CB-088C18A79D93}" destId="{A875B33E-CDC2-4224-9FA6-579A836E5134}" srcOrd="0" destOrd="0" presId="urn:microsoft.com/office/officeart/2008/layout/RadialCluster"/>
    <dgm:cxn modelId="{CCB531CD-1126-4E92-9EB7-1736A1A50A25}" type="presOf" srcId="{FA603DF7-8316-49A1-8F0A-877F75A5D41B}" destId="{EC02F114-A725-4960-87C0-CEE1D7F601BF}" srcOrd="0" destOrd="0" presId="urn:microsoft.com/office/officeart/2008/layout/RadialCluster"/>
    <dgm:cxn modelId="{43339B49-CCA8-4412-83A2-2FD72DA981D3}" type="presParOf" srcId="{E51166FB-9CBC-4030-BFE8-5378F2DEDA0C}" destId="{D9F96F66-0372-4D10-81BB-923DFF3B5EC1}" srcOrd="0" destOrd="0" presId="urn:microsoft.com/office/officeart/2008/layout/RadialCluster"/>
    <dgm:cxn modelId="{1B6E43F4-777A-420A-924D-23D1AC4982E1}" type="presParOf" srcId="{D9F96F66-0372-4D10-81BB-923DFF3B5EC1}" destId="{3C9FA8A0-1DF2-40BB-8252-D5C42870A189}" srcOrd="0" destOrd="0" presId="urn:microsoft.com/office/officeart/2008/layout/RadialCluster"/>
    <dgm:cxn modelId="{B96A51EB-E9C5-46DC-8B0D-7FAB5B0ADE6F}" type="presParOf" srcId="{D9F96F66-0372-4D10-81BB-923DFF3B5EC1}" destId="{55762908-43E7-45D0-B87F-60D9D23F6717}" srcOrd="1" destOrd="0" presId="urn:microsoft.com/office/officeart/2008/layout/RadialCluster"/>
    <dgm:cxn modelId="{43DF8727-34F8-47B5-A9EE-2A27CFFC7275}" type="presParOf" srcId="{D9F96F66-0372-4D10-81BB-923DFF3B5EC1}" destId="{46790894-C670-4BBF-B391-B7CC6A8C8DEC}" srcOrd="2" destOrd="0" presId="urn:microsoft.com/office/officeart/2008/layout/RadialCluster"/>
    <dgm:cxn modelId="{3A603655-41B0-4D96-9DB3-18914793247B}" type="presParOf" srcId="{D9F96F66-0372-4D10-81BB-923DFF3B5EC1}" destId="{EC02F114-A725-4960-87C0-CEE1D7F601BF}" srcOrd="3" destOrd="0" presId="urn:microsoft.com/office/officeart/2008/layout/RadialCluster"/>
    <dgm:cxn modelId="{8FD87EBD-DE1C-4619-99E8-BFD3E3F694A3}" type="presParOf" srcId="{D9F96F66-0372-4D10-81BB-923DFF3B5EC1}" destId="{07C45F43-7AC5-436C-9246-0E80F51AD743}" srcOrd="4" destOrd="0" presId="urn:microsoft.com/office/officeart/2008/layout/RadialCluster"/>
    <dgm:cxn modelId="{9579FCF8-C7A7-4D46-B23E-BE010B6AC73C}" type="presParOf" srcId="{D9F96F66-0372-4D10-81BB-923DFF3B5EC1}" destId="{4D3CFC62-0FA4-4F87-846C-F2E494C38F97}" srcOrd="5" destOrd="0" presId="urn:microsoft.com/office/officeart/2008/layout/RadialCluster"/>
    <dgm:cxn modelId="{EDAB3B75-4CEC-40A1-B838-FE78CF60D195}" type="presParOf" srcId="{D9F96F66-0372-4D10-81BB-923DFF3B5EC1}" destId="{A875B33E-CDC2-4224-9FA6-579A836E5134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FA8A0-1DF2-40BB-8252-D5C42870A189}">
      <dsp:nvSpPr>
        <dsp:cNvPr id="0" name=""/>
        <dsp:cNvSpPr/>
      </dsp:nvSpPr>
      <dsp:spPr>
        <a:xfrm>
          <a:off x="3251199" y="2520950"/>
          <a:ext cx="1625600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56082"/>
            </a:buClr>
            <a:buSzPts val="1600"/>
            <a:buFont typeface="+mj-lt"/>
            <a:buNone/>
          </a:pPr>
          <a:r>
            <a:rPr lang="en-US" sz="2200" b="1" kern="1200" dirty="0"/>
            <a:t>The Command Centre</a:t>
          </a:r>
          <a:endParaRPr lang="en-US" sz="2200" kern="1200" dirty="0"/>
        </a:p>
      </dsp:txBody>
      <dsp:txXfrm>
        <a:off x="3330554" y="2600305"/>
        <a:ext cx="1466890" cy="1466890"/>
      </dsp:txXfrm>
    </dsp:sp>
    <dsp:sp modelId="{55762908-43E7-45D0-B87F-60D9D23F6717}">
      <dsp:nvSpPr>
        <dsp:cNvPr id="0" name=""/>
        <dsp:cNvSpPr/>
      </dsp:nvSpPr>
      <dsp:spPr>
        <a:xfrm rot="16200000">
          <a:off x="3493854" y="1950804"/>
          <a:ext cx="114029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0290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90894-C670-4BBF-B391-B7CC6A8C8DEC}">
      <dsp:nvSpPr>
        <dsp:cNvPr id="0" name=""/>
        <dsp:cNvSpPr/>
      </dsp:nvSpPr>
      <dsp:spPr>
        <a:xfrm>
          <a:off x="3519423" y="29150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56082"/>
            </a:buClr>
            <a:buSzPts val="1600"/>
            <a:buFont typeface="+mj-lt"/>
            <a:buNone/>
          </a:pPr>
          <a:r>
            <a:rPr lang="en-US" sz="1300" b="1" kern="1200" dirty="0"/>
            <a:t>Community Hubs (Multi-tenancy)</a:t>
          </a:r>
          <a:endParaRPr lang="en-US" sz="1300" kern="1200" dirty="0"/>
        </a:p>
      </dsp:txBody>
      <dsp:txXfrm>
        <a:off x="3572591" y="344675"/>
        <a:ext cx="982816" cy="982816"/>
      </dsp:txXfrm>
    </dsp:sp>
    <dsp:sp modelId="{EC02F114-A725-4960-87C0-CEE1D7F601BF}">
      <dsp:nvSpPr>
        <dsp:cNvPr id="0" name=""/>
        <dsp:cNvSpPr/>
      </dsp:nvSpPr>
      <dsp:spPr>
        <a:xfrm rot="1800000">
          <a:off x="4814481" y="4035596"/>
          <a:ext cx="93030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3030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45F43-7AC5-436C-9246-0E80F51AD743}">
      <dsp:nvSpPr>
        <dsp:cNvPr id="0" name=""/>
        <dsp:cNvSpPr/>
      </dsp:nvSpPr>
      <dsp:spPr>
        <a:xfrm>
          <a:off x="5682466" y="403800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56082"/>
            </a:buClr>
            <a:buSzPts val="1600"/>
            <a:buFont typeface="+mj-lt"/>
            <a:buNone/>
          </a:pPr>
          <a:r>
            <a:rPr lang="en-US" sz="1500" b="1" kern="1200" dirty="0"/>
            <a:t>Holistic Wellbeing Tracking</a:t>
          </a:r>
          <a:endParaRPr lang="en-US" sz="1500" kern="1200" dirty="0"/>
        </a:p>
      </dsp:txBody>
      <dsp:txXfrm>
        <a:off x="5735634" y="4091175"/>
        <a:ext cx="982816" cy="982816"/>
      </dsp:txXfrm>
    </dsp:sp>
    <dsp:sp modelId="{4D3CFC62-0FA4-4F87-846C-F2E494C38F97}">
      <dsp:nvSpPr>
        <dsp:cNvPr id="0" name=""/>
        <dsp:cNvSpPr/>
      </dsp:nvSpPr>
      <dsp:spPr>
        <a:xfrm rot="9000000">
          <a:off x="2383214" y="4035596"/>
          <a:ext cx="93030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3030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75B33E-CDC2-4224-9FA6-579A836E5134}">
      <dsp:nvSpPr>
        <dsp:cNvPr id="0" name=""/>
        <dsp:cNvSpPr/>
      </dsp:nvSpPr>
      <dsp:spPr>
        <a:xfrm>
          <a:off x="1356381" y="4038007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156082"/>
            </a:buClr>
            <a:buSzPts val="1600"/>
            <a:buFont typeface="+mj-lt"/>
            <a:buNone/>
          </a:pPr>
          <a:r>
            <a:rPr lang="en-US" sz="1300" b="1" kern="1200" dirty="0"/>
            <a:t>Ethical Data Sovereignty</a:t>
          </a:r>
          <a:endParaRPr lang="en-US" sz="1300" kern="1200" dirty="0"/>
        </a:p>
      </dsp:txBody>
      <dsp:txXfrm>
        <a:off x="1409549" y="4091175"/>
        <a:ext cx="982816" cy="98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E7D79-D3FC-4111-9528-31544DB93026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67E12-4DF9-4D01-A32B-B6459D54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1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7E12-4DF9-4D01-A32B-B6459D542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00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7E12-4DF9-4D01-A32B-B6459D542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7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35AB-3A5B-19F6-C984-D45672F53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1EC07-51C4-48F6-5AB4-2E3A3B51D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ECD0F-A271-5B0C-3F5C-B9CB4274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43B7-ED15-BA03-3585-FA937362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F25AB-958D-9695-D668-AE01BB8A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1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7F13-A340-4423-D09F-CB7717D3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30D3-D492-4A96-47A6-7F5A41AAB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075B8-29EB-FD6E-5C32-2B082CD8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08D49-F9B8-EECF-BC47-972472D8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B294-3338-DEB6-AF00-621765BD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0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69BB-0B46-0015-104F-43F6D74A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051F4-B49C-1C5C-F20E-6039FB30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2031-EFCF-60CB-9FF6-02A29157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66A0-AD9F-AE05-5C1E-AF273F3A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8DCE6-6DBB-7A55-8600-DE9F50A3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5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FB09-7CD2-2E7E-836B-82782E68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4C27-F42E-3BB5-FA1D-1A085BB7D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0A21D-0446-FBD0-EFDB-61740A717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0920B-F77F-BFFD-432E-ECFC0BB0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C9557-8441-C119-FE10-4B6EE3DB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3945E-74AC-37F9-6509-CA148320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1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69C7-46CF-3660-877A-E5C4C70C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753C-E348-D6EE-E469-4AFD631B4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B285E-1CF3-7DBF-2AF4-7007707E2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191B6-323B-490D-57BA-DB13A3890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0BFAE-A64A-7CA9-0FC7-C361BB350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81284-C208-70AB-CF43-18E4C03D8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1F617-089B-DAAD-751B-B936E98E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AD46CE-FE53-F3E8-1FCF-F2BFFB67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9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508A-2412-227C-32C0-210CFABE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327D8-C9EC-E0E5-6E6D-30957542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FE6F8-6195-AE43-1363-39CA80E2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C8125-161C-F5B0-7F6C-129E8C46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CAAAF-46BA-5804-C794-EF2CD75F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6155C-2CBD-F5B6-FC38-E78C178C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0B81D-B8E5-EED1-3ED2-EED6899C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5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0B2F-66E6-5EF1-D9CD-0E0AED11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79F7F-4C9B-2F8C-B1BE-3ECF4B185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2A868-794E-1042-6C84-79CCD0EF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77C8B-DCDF-55FD-B20E-9234F830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D47C8-37E8-B416-5C9A-A6F9A8A4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88AC7-8CFA-2F82-A6D3-53FA6AC0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8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DA76-177D-395F-6B5C-7D5BEF8E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2F7A26-5A74-F80D-62F9-13B1F3980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57DE9-E049-506A-D978-CEF15901C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87724-9655-7273-9DAA-81DA3D14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6FA16-BE97-6644-BA29-5EBC754C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C9DDF-4D07-25BD-B8B6-893F2392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1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956E-D53D-8224-9726-A8158E52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2C618-FEB3-6E5C-FB57-1824CA42D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3FDA9-2E71-E0AE-7189-1EC74841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22F2D-63CE-90BC-277D-255EEF34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25192-632B-1E37-7219-B04B302E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5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1D6F9-0B4A-D7D2-91D3-66FC333FE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3DE36-CF55-03F4-5CB0-41DAA17F8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7696-24EE-D3C2-151C-0AFCC734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6D9F2-8183-2144-A711-2B05B889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7B4F9-72A7-DB1C-2072-24E78E97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70BDE-65CD-317C-ED37-4890537E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AAB6-0AF5-26B2-D256-56A140AF4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85B2D-EA7C-748B-EB4B-17C52551E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2B005-A335-4B6A-9B1D-951F595624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D73F5-5F1E-E5DA-0ADA-615869104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1CD3C-BC07-159F-79EA-7A5A1F4D2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EEE0F-73BE-4387-9D49-68E21DFA8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5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63FB-EDDD-C0ED-2546-254BD8100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WhānauWell</a:t>
            </a:r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Community Wellbeing Simplified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7CC24-E2B7-6388-FFFE-7A4F2B930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0904"/>
            <a:ext cx="9144000" cy="1655762"/>
          </a:xfrm>
        </p:spPr>
        <p:txBody>
          <a:bodyPr/>
          <a:lstStyle/>
          <a:p>
            <a:pPr algn="r"/>
            <a:r>
              <a:rPr lang="en-US" dirty="0"/>
              <a:t>Group – G</a:t>
            </a:r>
          </a:p>
          <a:p>
            <a:pPr algn="r"/>
            <a:r>
              <a:rPr lang="pt-BR" dirty="0"/>
              <a:t>Andre Benedetti</a:t>
            </a:r>
            <a:endParaRPr lang="en-US" dirty="0"/>
          </a:p>
          <a:p>
            <a:pPr algn="r"/>
            <a:r>
              <a:rPr lang="pt-BR" dirty="0"/>
              <a:t>Md. Jihad 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aphic 1">
            <a:extLst>
              <a:ext uri="{FF2B5EF4-FFF2-40B4-BE49-F238E27FC236}">
                <a16:creationId xmlns:a16="http://schemas.microsoft.com/office/drawing/2014/main" id="{5ABF3779-1ED1-3887-41D9-E644587D3D75}"/>
              </a:ext>
            </a:extLst>
          </p:cNvPr>
          <p:cNvGrpSpPr/>
          <p:nvPr/>
        </p:nvGrpSpPr>
        <p:grpSpPr>
          <a:xfrm>
            <a:off x="8859671" y="6172579"/>
            <a:ext cx="3026019" cy="427912"/>
            <a:chOff x="11355798" y="8183776"/>
            <a:chExt cx="3026019" cy="427912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8CDC7DB-0F78-152A-74AC-E9EFC3F3232E}"/>
                </a:ext>
              </a:extLst>
            </p:cNvPr>
            <p:cNvSpPr/>
            <p:nvPr/>
          </p:nvSpPr>
          <p:spPr>
            <a:xfrm>
              <a:off x="11355798" y="8183776"/>
              <a:ext cx="1679362" cy="425952"/>
            </a:xfrm>
            <a:custGeom>
              <a:avLst/>
              <a:gdLst>
                <a:gd name="csX0" fmla="*/ 247050 w 1679362"/>
                <a:gd name="csY0" fmla="*/ 302390 h 425952"/>
                <a:gd name="csX1" fmla="*/ 123565 w 1679362"/>
                <a:gd name="csY1" fmla="*/ 425873 h 425952"/>
                <a:gd name="csX2" fmla="*/ 80 w 1679362"/>
                <a:gd name="csY2" fmla="*/ 302390 h 425952"/>
                <a:gd name="csX3" fmla="*/ 27312 w 1679362"/>
                <a:gd name="csY3" fmla="*/ 275158 h 425952"/>
                <a:gd name="csX4" fmla="*/ 54545 w 1679362"/>
                <a:gd name="csY4" fmla="*/ 302390 h 425952"/>
                <a:gd name="csX5" fmla="*/ 123605 w 1679362"/>
                <a:gd name="csY5" fmla="*/ 371449 h 425952"/>
                <a:gd name="csX6" fmla="*/ 192665 w 1679362"/>
                <a:gd name="csY6" fmla="*/ 302390 h 425952"/>
                <a:gd name="csX7" fmla="*/ 219897 w 1679362"/>
                <a:gd name="csY7" fmla="*/ 275158 h 425952"/>
                <a:gd name="csX8" fmla="*/ 247050 w 1679362"/>
                <a:gd name="csY8" fmla="*/ 302390 h 425952"/>
                <a:gd name="csX9" fmla="*/ 219817 w 1679362"/>
                <a:gd name="csY9" fmla="*/ 80 h 425952"/>
                <a:gd name="csX10" fmla="*/ 192585 w 1679362"/>
                <a:gd name="csY10" fmla="*/ 27312 h 425952"/>
                <a:gd name="csX11" fmla="*/ 192585 w 1679362"/>
                <a:gd name="csY11" fmla="*/ 117365 h 425952"/>
                <a:gd name="csX12" fmla="*/ 123525 w 1679362"/>
                <a:gd name="csY12" fmla="*/ 186424 h 425952"/>
                <a:gd name="csX13" fmla="*/ 54464 w 1679362"/>
                <a:gd name="csY13" fmla="*/ 117365 h 425952"/>
                <a:gd name="csX14" fmla="*/ 54464 w 1679362"/>
                <a:gd name="csY14" fmla="*/ 27312 h 425952"/>
                <a:gd name="csX15" fmla="*/ 27232 w 1679362"/>
                <a:gd name="csY15" fmla="*/ 80 h 425952"/>
                <a:gd name="csX16" fmla="*/ 0 w 1679362"/>
                <a:gd name="csY16" fmla="*/ 27312 h 425952"/>
                <a:gd name="csX17" fmla="*/ 0 w 1679362"/>
                <a:gd name="csY17" fmla="*/ 117365 h 425952"/>
                <a:gd name="csX18" fmla="*/ 123485 w 1679362"/>
                <a:gd name="csY18" fmla="*/ 240848 h 425952"/>
                <a:gd name="csX19" fmla="*/ 246970 w 1679362"/>
                <a:gd name="csY19" fmla="*/ 117365 h 425952"/>
                <a:gd name="csX20" fmla="*/ 246970 w 1679362"/>
                <a:gd name="csY20" fmla="*/ 27312 h 425952"/>
                <a:gd name="csX21" fmla="*/ 219817 w 1679362"/>
                <a:gd name="csY21" fmla="*/ 80 h 425952"/>
                <a:gd name="csX22" fmla="*/ 1106485 w 1679362"/>
                <a:gd name="csY22" fmla="*/ 120124 h 425952"/>
                <a:gd name="csX23" fmla="*/ 983000 w 1679362"/>
                <a:gd name="csY23" fmla="*/ 80 h 425952"/>
                <a:gd name="csX24" fmla="*/ 886748 w 1679362"/>
                <a:gd name="csY24" fmla="*/ 80 h 425952"/>
                <a:gd name="csX25" fmla="*/ 859516 w 1679362"/>
                <a:gd name="csY25" fmla="*/ 27312 h 425952"/>
                <a:gd name="csX26" fmla="*/ 886748 w 1679362"/>
                <a:gd name="csY26" fmla="*/ 54544 h 425952"/>
                <a:gd name="csX27" fmla="*/ 983000 w 1679362"/>
                <a:gd name="csY27" fmla="*/ 54544 h 425952"/>
                <a:gd name="csX28" fmla="*/ 1052061 w 1679362"/>
                <a:gd name="csY28" fmla="*/ 120164 h 425952"/>
                <a:gd name="csX29" fmla="*/ 983000 w 1679362"/>
                <a:gd name="csY29" fmla="*/ 185785 h 425952"/>
                <a:gd name="csX30" fmla="*/ 886748 w 1679362"/>
                <a:gd name="csY30" fmla="*/ 185785 h 425952"/>
                <a:gd name="csX31" fmla="*/ 859516 w 1679362"/>
                <a:gd name="csY31" fmla="*/ 213016 h 425952"/>
                <a:gd name="csX32" fmla="*/ 886748 w 1679362"/>
                <a:gd name="csY32" fmla="*/ 240248 h 425952"/>
                <a:gd name="csX33" fmla="*/ 983000 w 1679362"/>
                <a:gd name="csY33" fmla="*/ 240248 h 425952"/>
                <a:gd name="csX34" fmla="*/ 1052061 w 1679362"/>
                <a:gd name="csY34" fmla="*/ 305868 h 425952"/>
                <a:gd name="csX35" fmla="*/ 983000 w 1679362"/>
                <a:gd name="csY35" fmla="*/ 371489 h 425952"/>
                <a:gd name="csX36" fmla="*/ 886748 w 1679362"/>
                <a:gd name="csY36" fmla="*/ 371489 h 425952"/>
                <a:gd name="csX37" fmla="*/ 859516 w 1679362"/>
                <a:gd name="csY37" fmla="*/ 398721 h 425952"/>
                <a:gd name="csX38" fmla="*/ 886748 w 1679362"/>
                <a:gd name="csY38" fmla="*/ 425953 h 425952"/>
                <a:gd name="csX39" fmla="*/ 983000 w 1679362"/>
                <a:gd name="csY39" fmla="*/ 425953 h 425952"/>
                <a:gd name="csX40" fmla="*/ 1106485 w 1679362"/>
                <a:gd name="csY40" fmla="*/ 305909 h 425952"/>
                <a:gd name="csX41" fmla="*/ 1061218 w 1679362"/>
                <a:gd name="csY41" fmla="*/ 213056 h 425952"/>
                <a:gd name="csX42" fmla="*/ 1106485 w 1679362"/>
                <a:gd name="csY42" fmla="*/ 120124 h 425952"/>
                <a:gd name="csX43" fmla="*/ 533488 w 1679362"/>
                <a:gd name="csY43" fmla="*/ 123563 h 425952"/>
                <a:gd name="csX44" fmla="*/ 533488 w 1679362"/>
                <a:gd name="csY44" fmla="*/ 302390 h 425952"/>
                <a:gd name="csX45" fmla="*/ 410003 w 1679362"/>
                <a:gd name="csY45" fmla="*/ 425873 h 425952"/>
                <a:gd name="csX46" fmla="*/ 286519 w 1679362"/>
                <a:gd name="csY46" fmla="*/ 302390 h 425952"/>
                <a:gd name="csX47" fmla="*/ 286519 w 1679362"/>
                <a:gd name="csY47" fmla="*/ 123563 h 425952"/>
                <a:gd name="csX48" fmla="*/ 410003 w 1679362"/>
                <a:gd name="csY48" fmla="*/ 80 h 425952"/>
                <a:gd name="csX49" fmla="*/ 533488 w 1679362"/>
                <a:gd name="csY49" fmla="*/ 123563 h 425952"/>
                <a:gd name="csX50" fmla="*/ 479024 w 1679362"/>
                <a:gd name="csY50" fmla="*/ 123563 h 425952"/>
                <a:gd name="csX51" fmla="*/ 409963 w 1679362"/>
                <a:gd name="csY51" fmla="*/ 54504 h 425952"/>
                <a:gd name="csX52" fmla="*/ 340903 w 1679362"/>
                <a:gd name="csY52" fmla="*/ 123563 h 425952"/>
                <a:gd name="csX53" fmla="*/ 340903 w 1679362"/>
                <a:gd name="csY53" fmla="*/ 302390 h 425952"/>
                <a:gd name="csX54" fmla="*/ 409963 w 1679362"/>
                <a:gd name="csY54" fmla="*/ 371449 h 425952"/>
                <a:gd name="csX55" fmla="*/ 479024 w 1679362"/>
                <a:gd name="csY55" fmla="*/ 302390 h 425952"/>
                <a:gd name="csX56" fmla="*/ 479024 w 1679362"/>
                <a:gd name="csY56" fmla="*/ 123563 h 425952"/>
                <a:gd name="csX57" fmla="*/ 819887 w 1679362"/>
                <a:gd name="csY57" fmla="*/ 123563 h 425952"/>
                <a:gd name="csX58" fmla="*/ 819887 w 1679362"/>
                <a:gd name="csY58" fmla="*/ 302390 h 425952"/>
                <a:gd name="csX59" fmla="*/ 696402 w 1679362"/>
                <a:gd name="csY59" fmla="*/ 425873 h 425952"/>
                <a:gd name="csX60" fmla="*/ 572917 w 1679362"/>
                <a:gd name="csY60" fmla="*/ 302390 h 425952"/>
                <a:gd name="csX61" fmla="*/ 572917 w 1679362"/>
                <a:gd name="csY61" fmla="*/ 123563 h 425952"/>
                <a:gd name="csX62" fmla="*/ 696402 w 1679362"/>
                <a:gd name="csY62" fmla="*/ 80 h 425952"/>
                <a:gd name="csX63" fmla="*/ 819887 w 1679362"/>
                <a:gd name="csY63" fmla="*/ 123563 h 425952"/>
                <a:gd name="csX64" fmla="*/ 765462 w 1679362"/>
                <a:gd name="csY64" fmla="*/ 123563 h 425952"/>
                <a:gd name="csX65" fmla="*/ 696402 w 1679362"/>
                <a:gd name="csY65" fmla="*/ 54504 h 425952"/>
                <a:gd name="csX66" fmla="*/ 627342 w 1679362"/>
                <a:gd name="csY66" fmla="*/ 123563 h 425952"/>
                <a:gd name="csX67" fmla="*/ 627342 w 1679362"/>
                <a:gd name="csY67" fmla="*/ 302390 h 425952"/>
                <a:gd name="csX68" fmla="*/ 696402 w 1679362"/>
                <a:gd name="csY68" fmla="*/ 371449 h 425952"/>
                <a:gd name="csX69" fmla="*/ 765462 w 1679362"/>
                <a:gd name="csY69" fmla="*/ 302390 h 425952"/>
                <a:gd name="csX70" fmla="*/ 765462 w 1679362"/>
                <a:gd name="csY70" fmla="*/ 123563 h 425952"/>
                <a:gd name="csX71" fmla="*/ 1269439 w 1679362"/>
                <a:gd name="csY71" fmla="*/ 54504 h 425952"/>
                <a:gd name="csX72" fmla="*/ 1365692 w 1679362"/>
                <a:gd name="csY72" fmla="*/ 54504 h 425952"/>
                <a:gd name="csX73" fmla="*/ 1392924 w 1679362"/>
                <a:gd name="csY73" fmla="*/ 27272 h 425952"/>
                <a:gd name="csX74" fmla="*/ 1365692 w 1679362"/>
                <a:gd name="csY74" fmla="*/ 40 h 425952"/>
                <a:gd name="csX75" fmla="*/ 1269439 w 1679362"/>
                <a:gd name="csY75" fmla="*/ 40 h 425952"/>
                <a:gd name="csX76" fmla="*/ 1145954 w 1679362"/>
                <a:gd name="csY76" fmla="*/ 120084 h 425952"/>
                <a:gd name="csX77" fmla="*/ 1191221 w 1679362"/>
                <a:gd name="csY77" fmla="*/ 212936 h 425952"/>
                <a:gd name="csX78" fmla="*/ 1145954 w 1679362"/>
                <a:gd name="csY78" fmla="*/ 305789 h 425952"/>
                <a:gd name="csX79" fmla="*/ 1269439 w 1679362"/>
                <a:gd name="csY79" fmla="*/ 425833 h 425952"/>
                <a:gd name="csX80" fmla="*/ 1365692 w 1679362"/>
                <a:gd name="csY80" fmla="*/ 425833 h 425952"/>
                <a:gd name="csX81" fmla="*/ 1392924 w 1679362"/>
                <a:gd name="csY81" fmla="*/ 398601 h 425952"/>
                <a:gd name="csX82" fmla="*/ 1365692 w 1679362"/>
                <a:gd name="csY82" fmla="*/ 371369 h 425952"/>
                <a:gd name="csX83" fmla="*/ 1269439 w 1679362"/>
                <a:gd name="csY83" fmla="*/ 371369 h 425952"/>
                <a:gd name="csX84" fmla="*/ 1200379 w 1679362"/>
                <a:gd name="csY84" fmla="*/ 305749 h 425952"/>
                <a:gd name="csX85" fmla="*/ 1269439 w 1679362"/>
                <a:gd name="csY85" fmla="*/ 240128 h 425952"/>
                <a:gd name="csX86" fmla="*/ 1365692 w 1679362"/>
                <a:gd name="csY86" fmla="*/ 240128 h 425952"/>
                <a:gd name="csX87" fmla="*/ 1392924 w 1679362"/>
                <a:gd name="csY87" fmla="*/ 212896 h 425952"/>
                <a:gd name="csX88" fmla="*/ 1365692 w 1679362"/>
                <a:gd name="csY88" fmla="*/ 185664 h 425952"/>
                <a:gd name="csX89" fmla="*/ 1269439 w 1679362"/>
                <a:gd name="csY89" fmla="*/ 185664 h 425952"/>
                <a:gd name="csX90" fmla="*/ 1200379 w 1679362"/>
                <a:gd name="csY90" fmla="*/ 120044 h 425952"/>
                <a:gd name="csX91" fmla="*/ 1269439 w 1679362"/>
                <a:gd name="csY91" fmla="*/ 54504 h 425952"/>
                <a:gd name="csX92" fmla="*/ 1555878 w 1679362"/>
                <a:gd name="csY92" fmla="*/ 240168 h 425952"/>
                <a:gd name="csX93" fmla="*/ 1652130 w 1679362"/>
                <a:gd name="csY93" fmla="*/ 240168 h 425952"/>
                <a:gd name="csX94" fmla="*/ 1679362 w 1679362"/>
                <a:gd name="csY94" fmla="*/ 212936 h 425952"/>
                <a:gd name="csX95" fmla="*/ 1652130 w 1679362"/>
                <a:gd name="csY95" fmla="*/ 185704 h 425952"/>
                <a:gd name="csX96" fmla="*/ 1555878 w 1679362"/>
                <a:gd name="csY96" fmla="*/ 185704 h 425952"/>
                <a:gd name="csX97" fmla="*/ 1486817 w 1679362"/>
                <a:gd name="csY97" fmla="*/ 120084 h 425952"/>
                <a:gd name="csX98" fmla="*/ 1555878 w 1679362"/>
                <a:gd name="csY98" fmla="*/ 54464 h 425952"/>
                <a:gd name="csX99" fmla="*/ 1652130 w 1679362"/>
                <a:gd name="csY99" fmla="*/ 54464 h 425952"/>
                <a:gd name="csX100" fmla="*/ 1679362 w 1679362"/>
                <a:gd name="csY100" fmla="*/ 27232 h 425952"/>
                <a:gd name="csX101" fmla="*/ 1652130 w 1679362"/>
                <a:gd name="csY101" fmla="*/ 0 h 425952"/>
                <a:gd name="csX102" fmla="*/ 1555878 w 1679362"/>
                <a:gd name="csY102" fmla="*/ 0 h 425952"/>
                <a:gd name="csX103" fmla="*/ 1432393 w 1679362"/>
                <a:gd name="csY103" fmla="*/ 120044 h 425952"/>
                <a:gd name="csX104" fmla="*/ 1477660 w 1679362"/>
                <a:gd name="csY104" fmla="*/ 212896 h 425952"/>
                <a:gd name="csX105" fmla="*/ 1432393 w 1679362"/>
                <a:gd name="csY105" fmla="*/ 305749 h 425952"/>
                <a:gd name="csX106" fmla="*/ 1555878 w 1679362"/>
                <a:gd name="csY106" fmla="*/ 425793 h 425952"/>
                <a:gd name="csX107" fmla="*/ 1652130 w 1679362"/>
                <a:gd name="csY107" fmla="*/ 425793 h 425952"/>
                <a:gd name="csX108" fmla="*/ 1679362 w 1679362"/>
                <a:gd name="csY108" fmla="*/ 398561 h 425952"/>
                <a:gd name="csX109" fmla="*/ 1652130 w 1679362"/>
                <a:gd name="csY109" fmla="*/ 371329 h 425952"/>
                <a:gd name="csX110" fmla="*/ 1555878 w 1679362"/>
                <a:gd name="csY110" fmla="*/ 371329 h 425952"/>
                <a:gd name="csX111" fmla="*/ 1486817 w 1679362"/>
                <a:gd name="csY111" fmla="*/ 305709 h 425952"/>
                <a:gd name="csX112" fmla="*/ 1555878 w 1679362"/>
                <a:gd name="csY112" fmla="*/ 240168 h 4259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</a:cxnLst>
              <a:rect l="l" t="t" r="r" b="b"/>
              <a:pathLst>
                <a:path w="1679362" h="425952">
                  <a:moveTo>
                    <a:pt x="247050" y="302390"/>
                  </a:moveTo>
                  <a:cubicBezTo>
                    <a:pt x="247050" y="370489"/>
                    <a:pt x="191665" y="425873"/>
                    <a:pt x="123565" y="425873"/>
                  </a:cubicBezTo>
                  <a:cubicBezTo>
                    <a:pt x="55464" y="425873"/>
                    <a:pt x="80" y="370489"/>
                    <a:pt x="80" y="302390"/>
                  </a:cubicBezTo>
                  <a:cubicBezTo>
                    <a:pt x="80" y="287354"/>
                    <a:pt x="12277" y="275158"/>
                    <a:pt x="27312" y="275158"/>
                  </a:cubicBezTo>
                  <a:cubicBezTo>
                    <a:pt x="42348" y="275158"/>
                    <a:pt x="54545" y="287354"/>
                    <a:pt x="54545" y="302390"/>
                  </a:cubicBezTo>
                  <a:cubicBezTo>
                    <a:pt x="54545" y="340458"/>
                    <a:pt x="85536" y="371449"/>
                    <a:pt x="123605" y="371449"/>
                  </a:cubicBezTo>
                  <a:cubicBezTo>
                    <a:pt x="161674" y="371449"/>
                    <a:pt x="192665" y="340458"/>
                    <a:pt x="192665" y="302390"/>
                  </a:cubicBezTo>
                  <a:cubicBezTo>
                    <a:pt x="192665" y="287354"/>
                    <a:pt x="204862" y="275158"/>
                    <a:pt x="219897" y="275158"/>
                  </a:cubicBezTo>
                  <a:cubicBezTo>
                    <a:pt x="234933" y="275158"/>
                    <a:pt x="247050" y="287354"/>
                    <a:pt x="247050" y="302390"/>
                  </a:cubicBezTo>
                  <a:close/>
                  <a:moveTo>
                    <a:pt x="219817" y="80"/>
                  </a:moveTo>
                  <a:cubicBezTo>
                    <a:pt x="204782" y="80"/>
                    <a:pt x="192585" y="12276"/>
                    <a:pt x="192585" y="27312"/>
                  </a:cubicBezTo>
                  <a:lnTo>
                    <a:pt x="192585" y="117365"/>
                  </a:lnTo>
                  <a:cubicBezTo>
                    <a:pt x="192585" y="155433"/>
                    <a:pt x="161594" y="186424"/>
                    <a:pt x="123525" y="186424"/>
                  </a:cubicBezTo>
                  <a:cubicBezTo>
                    <a:pt x="85456" y="186424"/>
                    <a:pt x="54464" y="155433"/>
                    <a:pt x="54464" y="117365"/>
                  </a:cubicBezTo>
                  <a:lnTo>
                    <a:pt x="54464" y="27312"/>
                  </a:lnTo>
                  <a:cubicBezTo>
                    <a:pt x="54464" y="12276"/>
                    <a:pt x="42268" y="80"/>
                    <a:pt x="27232" y="80"/>
                  </a:cubicBezTo>
                  <a:cubicBezTo>
                    <a:pt x="12196" y="80"/>
                    <a:pt x="0" y="12276"/>
                    <a:pt x="0" y="27312"/>
                  </a:cubicBezTo>
                  <a:lnTo>
                    <a:pt x="0" y="117365"/>
                  </a:lnTo>
                  <a:cubicBezTo>
                    <a:pt x="0" y="185465"/>
                    <a:pt x="55384" y="240848"/>
                    <a:pt x="123485" y="240848"/>
                  </a:cubicBezTo>
                  <a:cubicBezTo>
                    <a:pt x="191585" y="240848"/>
                    <a:pt x="246970" y="185465"/>
                    <a:pt x="246970" y="117365"/>
                  </a:cubicBezTo>
                  <a:lnTo>
                    <a:pt x="246970" y="27312"/>
                  </a:lnTo>
                  <a:cubicBezTo>
                    <a:pt x="247050" y="12276"/>
                    <a:pt x="234853" y="80"/>
                    <a:pt x="219817" y="80"/>
                  </a:cubicBezTo>
                  <a:close/>
                  <a:moveTo>
                    <a:pt x="1106485" y="120124"/>
                  </a:moveTo>
                  <a:cubicBezTo>
                    <a:pt x="1106485" y="53944"/>
                    <a:pt x="1051101" y="80"/>
                    <a:pt x="983000" y="80"/>
                  </a:cubicBezTo>
                  <a:lnTo>
                    <a:pt x="886748" y="80"/>
                  </a:lnTo>
                  <a:cubicBezTo>
                    <a:pt x="871712" y="80"/>
                    <a:pt x="859516" y="12276"/>
                    <a:pt x="859516" y="27312"/>
                  </a:cubicBezTo>
                  <a:cubicBezTo>
                    <a:pt x="859516" y="42347"/>
                    <a:pt x="871712" y="54544"/>
                    <a:pt x="886748" y="54544"/>
                  </a:cubicBezTo>
                  <a:lnTo>
                    <a:pt x="983000" y="54544"/>
                  </a:lnTo>
                  <a:cubicBezTo>
                    <a:pt x="1021069" y="54544"/>
                    <a:pt x="1052061" y="83975"/>
                    <a:pt x="1052061" y="120164"/>
                  </a:cubicBezTo>
                  <a:cubicBezTo>
                    <a:pt x="1052061" y="156353"/>
                    <a:pt x="1021069" y="185785"/>
                    <a:pt x="983000" y="185785"/>
                  </a:cubicBezTo>
                  <a:lnTo>
                    <a:pt x="886748" y="185785"/>
                  </a:lnTo>
                  <a:cubicBezTo>
                    <a:pt x="871712" y="185785"/>
                    <a:pt x="859516" y="197981"/>
                    <a:pt x="859516" y="213016"/>
                  </a:cubicBezTo>
                  <a:cubicBezTo>
                    <a:pt x="859516" y="228052"/>
                    <a:pt x="871712" y="240248"/>
                    <a:pt x="886748" y="240248"/>
                  </a:cubicBezTo>
                  <a:lnTo>
                    <a:pt x="983000" y="240248"/>
                  </a:lnTo>
                  <a:cubicBezTo>
                    <a:pt x="1021069" y="240248"/>
                    <a:pt x="1052061" y="269679"/>
                    <a:pt x="1052061" y="305868"/>
                  </a:cubicBezTo>
                  <a:cubicBezTo>
                    <a:pt x="1052061" y="342058"/>
                    <a:pt x="1021069" y="371489"/>
                    <a:pt x="983000" y="371489"/>
                  </a:cubicBezTo>
                  <a:lnTo>
                    <a:pt x="886748" y="371489"/>
                  </a:lnTo>
                  <a:cubicBezTo>
                    <a:pt x="871712" y="371489"/>
                    <a:pt x="859516" y="383685"/>
                    <a:pt x="859516" y="398721"/>
                  </a:cubicBezTo>
                  <a:cubicBezTo>
                    <a:pt x="859516" y="413756"/>
                    <a:pt x="871712" y="425953"/>
                    <a:pt x="886748" y="425953"/>
                  </a:cubicBezTo>
                  <a:lnTo>
                    <a:pt x="983000" y="425953"/>
                  </a:lnTo>
                  <a:cubicBezTo>
                    <a:pt x="1051101" y="425953"/>
                    <a:pt x="1106485" y="372089"/>
                    <a:pt x="1106485" y="305909"/>
                  </a:cubicBezTo>
                  <a:cubicBezTo>
                    <a:pt x="1106485" y="268520"/>
                    <a:pt x="1088810" y="235090"/>
                    <a:pt x="1061218" y="213056"/>
                  </a:cubicBezTo>
                  <a:cubicBezTo>
                    <a:pt x="1088850" y="190943"/>
                    <a:pt x="1106485" y="157513"/>
                    <a:pt x="1106485" y="120124"/>
                  </a:cubicBezTo>
                  <a:close/>
                  <a:moveTo>
                    <a:pt x="533488" y="123563"/>
                  </a:moveTo>
                  <a:lnTo>
                    <a:pt x="533488" y="302390"/>
                  </a:lnTo>
                  <a:cubicBezTo>
                    <a:pt x="533488" y="370489"/>
                    <a:pt x="478104" y="425873"/>
                    <a:pt x="410003" y="425873"/>
                  </a:cubicBezTo>
                  <a:cubicBezTo>
                    <a:pt x="341903" y="425873"/>
                    <a:pt x="286519" y="370489"/>
                    <a:pt x="286519" y="302390"/>
                  </a:cubicBezTo>
                  <a:lnTo>
                    <a:pt x="286519" y="123563"/>
                  </a:lnTo>
                  <a:cubicBezTo>
                    <a:pt x="286519" y="55463"/>
                    <a:pt x="341903" y="80"/>
                    <a:pt x="410003" y="80"/>
                  </a:cubicBezTo>
                  <a:cubicBezTo>
                    <a:pt x="478064" y="80"/>
                    <a:pt x="533488" y="55463"/>
                    <a:pt x="533488" y="123563"/>
                  </a:cubicBezTo>
                  <a:close/>
                  <a:moveTo>
                    <a:pt x="479024" y="123563"/>
                  </a:moveTo>
                  <a:cubicBezTo>
                    <a:pt x="479024" y="85494"/>
                    <a:pt x="448032" y="54504"/>
                    <a:pt x="409963" y="54504"/>
                  </a:cubicBezTo>
                  <a:cubicBezTo>
                    <a:pt x="371894" y="54504"/>
                    <a:pt x="340903" y="85494"/>
                    <a:pt x="340903" y="123563"/>
                  </a:cubicBezTo>
                  <a:lnTo>
                    <a:pt x="340903" y="302390"/>
                  </a:lnTo>
                  <a:cubicBezTo>
                    <a:pt x="340903" y="340458"/>
                    <a:pt x="371894" y="371449"/>
                    <a:pt x="409963" y="371449"/>
                  </a:cubicBezTo>
                  <a:cubicBezTo>
                    <a:pt x="448032" y="371449"/>
                    <a:pt x="479024" y="340458"/>
                    <a:pt x="479024" y="302390"/>
                  </a:cubicBezTo>
                  <a:lnTo>
                    <a:pt x="479024" y="123563"/>
                  </a:lnTo>
                  <a:close/>
                  <a:moveTo>
                    <a:pt x="819887" y="123563"/>
                  </a:moveTo>
                  <a:lnTo>
                    <a:pt x="819887" y="302390"/>
                  </a:lnTo>
                  <a:cubicBezTo>
                    <a:pt x="819887" y="370489"/>
                    <a:pt x="764503" y="425873"/>
                    <a:pt x="696402" y="425873"/>
                  </a:cubicBezTo>
                  <a:cubicBezTo>
                    <a:pt x="628301" y="425873"/>
                    <a:pt x="572917" y="370489"/>
                    <a:pt x="572917" y="302390"/>
                  </a:cubicBezTo>
                  <a:lnTo>
                    <a:pt x="572917" y="123563"/>
                  </a:lnTo>
                  <a:cubicBezTo>
                    <a:pt x="572917" y="55463"/>
                    <a:pt x="628301" y="80"/>
                    <a:pt x="696402" y="80"/>
                  </a:cubicBezTo>
                  <a:cubicBezTo>
                    <a:pt x="764503" y="80"/>
                    <a:pt x="819887" y="55463"/>
                    <a:pt x="819887" y="123563"/>
                  </a:cubicBezTo>
                  <a:close/>
                  <a:moveTo>
                    <a:pt x="765462" y="123563"/>
                  </a:moveTo>
                  <a:cubicBezTo>
                    <a:pt x="765462" y="85494"/>
                    <a:pt x="734471" y="54504"/>
                    <a:pt x="696402" y="54504"/>
                  </a:cubicBezTo>
                  <a:cubicBezTo>
                    <a:pt x="658333" y="54504"/>
                    <a:pt x="627342" y="85494"/>
                    <a:pt x="627342" y="123563"/>
                  </a:cubicBezTo>
                  <a:lnTo>
                    <a:pt x="627342" y="302390"/>
                  </a:lnTo>
                  <a:cubicBezTo>
                    <a:pt x="627342" y="340458"/>
                    <a:pt x="658333" y="371449"/>
                    <a:pt x="696402" y="371449"/>
                  </a:cubicBezTo>
                  <a:cubicBezTo>
                    <a:pt x="734471" y="371449"/>
                    <a:pt x="765462" y="340458"/>
                    <a:pt x="765462" y="302390"/>
                  </a:cubicBezTo>
                  <a:lnTo>
                    <a:pt x="765462" y="123563"/>
                  </a:lnTo>
                  <a:close/>
                  <a:moveTo>
                    <a:pt x="1269439" y="54504"/>
                  </a:moveTo>
                  <a:lnTo>
                    <a:pt x="1365692" y="54504"/>
                  </a:lnTo>
                  <a:cubicBezTo>
                    <a:pt x="1380727" y="54504"/>
                    <a:pt x="1392924" y="42307"/>
                    <a:pt x="1392924" y="27272"/>
                  </a:cubicBezTo>
                  <a:cubicBezTo>
                    <a:pt x="1392924" y="12236"/>
                    <a:pt x="1380727" y="40"/>
                    <a:pt x="1365692" y="40"/>
                  </a:cubicBezTo>
                  <a:lnTo>
                    <a:pt x="1269439" y="40"/>
                  </a:lnTo>
                  <a:cubicBezTo>
                    <a:pt x="1201338" y="40"/>
                    <a:pt x="1145954" y="53904"/>
                    <a:pt x="1145954" y="120084"/>
                  </a:cubicBezTo>
                  <a:cubicBezTo>
                    <a:pt x="1145954" y="157473"/>
                    <a:pt x="1163629" y="190903"/>
                    <a:pt x="1191221" y="212936"/>
                  </a:cubicBezTo>
                  <a:cubicBezTo>
                    <a:pt x="1163589" y="234970"/>
                    <a:pt x="1145954" y="268400"/>
                    <a:pt x="1145954" y="305789"/>
                  </a:cubicBezTo>
                  <a:cubicBezTo>
                    <a:pt x="1145954" y="371969"/>
                    <a:pt x="1201338" y="425833"/>
                    <a:pt x="1269439" y="425833"/>
                  </a:cubicBezTo>
                  <a:lnTo>
                    <a:pt x="1365692" y="425833"/>
                  </a:lnTo>
                  <a:cubicBezTo>
                    <a:pt x="1380727" y="425833"/>
                    <a:pt x="1392924" y="413636"/>
                    <a:pt x="1392924" y="398601"/>
                  </a:cubicBezTo>
                  <a:cubicBezTo>
                    <a:pt x="1392924" y="383565"/>
                    <a:pt x="1380727" y="371369"/>
                    <a:pt x="1365692" y="371369"/>
                  </a:cubicBezTo>
                  <a:lnTo>
                    <a:pt x="1269439" y="371369"/>
                  </a:lnTo>
                  <a:cubicBezTo>
                    <a:pt x="1231370" y="371369"/>
                    <a:pt x="1200379" y="341938"/>
                    <a:pt x="1200379" y="305749"/>
                  </a:cubicBezTo>
                  <a:cubicBezTo>
                    <a:pt x="1200379" y="269560"/>
                    <a:pt x="1231370" y="240128"/>
                    <a:pt x="1269439" y="240128"/>
                  </a:cubicBezTo>
                  <a:lnTo>
                    <a:pt x="1365692" y="240128"/>
                  </a:lnTo>
                  <a:cubicBezTo>
                    <a:pt x="1380727" y="240128"/>
                    <a:pt x="1392924" y="227932"/>
                    <a:pt x="1392924" y="212896"/>
                  </a:cubicBezTo>
                  <a:cubicBezTo>
                    <a:pt x="1392924" y="197861"/>
                    <a:pt x="1380727" y="185664"/>
                    <a:pt x="1365692" y="185664"/>
                  </a:cubicBezTo>
                  <a:lnTo>
                    <a:pt x="1269439" y="185664"/>
                  </a:lnTo>
                  <a:cubicBezTo>
                    <a:pt x="1231370" y="185664"/>
                    <a:pt x="1200379" y="156233"/>
                    <a:pt x="1200379" y="120044"/>
                  </a:cubicBezTo>
                  <a:cubicBezTo>
                    <a:pt x="1200379" y="83935"/>
                    <a:pt x="1231370" y="54504"/>
                    <a:pt x="1269439" y="54504"/>
                  </a:cubicBezTo>
                  <a:close/>
                  <a:moveTo>
                    <a:pt x="1555878" y="240168"/>
                  </a:moveTo>
                  <a:lnTo>
                    <a:pt x="1652130" y="240168"/>
                  </a:lnTo>
                  <a:cubicBezTo>
                    <a:pt x="1667166" y="240168"/>
                    <a:pt x="1679362" y="227972"/>
                    <a:pt x="1679362" y="212936"/>
                  </a:cubicBezTo>
                  <a:cubicBezTo>
                    <a:pt x="1679362" y="197901"/>
                    <a:pt x="1667166" y="185704"/>
                    <a:pt x="1652130" y="185704"/>
                  </a:cubicBezTo>
                  <a:lnTo>
                    <a:pt x="1555878" y="185704"/>
                  </a:lnTo>
                  <a:cubicBezTo>
                    <a:pt x="1517808" y="185704"/>
                    <a:pt x="1486817" y="156273"/>
                    <a:pt x="1486817" y="120084"/>
                  </a:cubicBezTo>
                  <a:cubicBezTo>
                    <a:pt x="1486817" y="83895"/>
                    <a:pt x="1517808" y="54464"/>
                    <a:pt x="1555878" y="54464"/>
                  </a:cubicBezTo>
                  <a:lnTo>
                    <a:pt x="1652130" y="54464"/>
                  </a:lnTo>
                  <a:cubicBezTo>
                    <a:pt x="1667166" y="54464"/>
                    <a:pt x="1679362" y="42267"/>
                    <a:pt x="1679362" y="27232"/>
                  </a:cubicBezTo>
                  <a:cubicBezTo>
                    <a:pt x="1679362" y="12196"/>
                    <a:pt x="1667166" y="0"/>
                    <a:pt x="1652130" y="0"/>
                  </a:cubicBezTo>
                  <a:lnTo>
                    <a:pt x="1555878" y="0"/>
                  </a:lnTo>
                  <a:cubicBezTo>
                    <a:pt x="1487777" y="0"/>
                    <a:pt x="1432393" y="53864"/>
                    <a:pt x="1432393" y="120044"/>
                  </a:cubicBezTo>
                  <a:cubicBezTo>
                    <a:pt x="1432393" y="157433"/>
                    <a:pt x="1450068" y="190863"/>
                    <a:pt x="1477660" y="212896"/>
                  </a:cubicBezTo>
                  <a:cubicBezTo>
                    <a:pt x="1450028" y="234930"/>
                    <a:pt x="1432393" y="268360"/>
                    <a:pt x="1432393" y="305749"/>
                  </a:cubicBezTo>
                  <a:cubicBezTo>
                    <a:pt x="1432393" y="371929"/>
                    <a:pt x="1487777" y="425793"/>
                    <a:pt x="1555878" y="425793"/>
                  </a:cubicBezTo>
                  <a:lnTo>
                    <a:pt x="1652130" y="425793"/>
                  </a:lnTo>
                  <a:cubicBezTo>
                    <a:pt x="1667166" y="425793"/>
                    <a:pt x="1679362" y="413596"/>
                    <a:pt x="1679362" y="398561"/>
                  </a:cubicBezTo>
                  <a:cubicBezTo>
                    <a:pt x="1679362" y="383525"/>
                    <a:pt x="1667166" y="371329"/>
                    <a:pt x="1652130" y="371329"/>
                  </a:cubicBezTo>
                  <a:lnTo>
                    <a:pt x="1555878" y="371329"/>
                  </a:lnTo>
                  <a:cubicBezTo>
                    <a:pt x="1517808" y="371329"/>
                    <a:pt x="1486817" y="341898"/>
                    <a:pt x="1486817" y="305709"/>
                  </a:cubicBezTo>
                  <a:cubicBezTo>
                    <a:pt x="1486817" y="269519"/>
                    <a:pt x="1517808" y="240168"/>
                    <a:pt x="1555878" y="240168"/>
                  </a:cubicBezTo>
                  <a:close/>
                </a:path>
              </a:pathLst>
            </a:custGeom>
            <a:solidFill>
              <a:schemeClr val="tx1"/>
            </a:solidFill>
            <a:ln w="3989" cap="flat">
              <a:noFill/>
              <a:prstDash val="solid"/>
              <a:miter/>
            </a:ln>
          </p:spPr>
          <p:txBody>
            <a:bodyPr/>
            <a:lstStyle/>
            <a:p>
              <a:endParaRPr lang="en-US">
                <a:gradFill flip="none" rotWithShape="1">
                  <a:gsLst>
                    <a:gs pos="0">
                      <a:schemeClr val="tx1">
                        <a:tint val="66000"/>
                        <a:satMod val="160000"/>
                      </a:schemeClr>
                    </a:gs>
                    <a:gs pos="50000">
                      <a:schemeClr val="tx1">
                        <a:tint val="44500"/>
                        <a:satMod val="160000"/>
                      </a:schemeClr>
                    </a:gs>
                    <a:gs pos="100000">
                      <a:schemeClr val="tx1">
                        <a:tint val="23500"/>
                        <a:satMod val="160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endParaRPr>
            </a:p>
          </p:txBody>
        </p:sp>
        <p:grpSp>
          <p:nvGrpSpPr>
            <p:cNvPr id="8" name="Graphic 1">
              <a:extLst>
                <a:ext uri="{FF2B5EF4-FFF2-40B4-BE49-F238E27FC236}">
                  <a16:creationId xmlns:a16="http://schemas.microsoft.com/office/drawing/2014/main" id="{CCD9468C-5EDE-3E83-4E11-13FF75C1FBD3}"/>
                </a:ext>
              </a:extLst>
            </p:cNvPr>
            <p:cNvGrpSpPr/>
            <p:nvPr/>
          </p:nvGrpSpPr>
          <p:grpSpPr>
            <a:xfrm>
              <a:off x="13256177" y="8188575"/>
              <a:ext cx="1125639" cy="423113"/>
              <a:chOff x="13256177" y="8188575"/>
              <a:chExt cx="1125639" cy="423113"/>
            </a:xfrm>
            <a:solidFill>
              <a:schemeClr val="tx1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3C53AA2-F37D-FF6E-FEA0-869206FBFE05}"/>
                  </a:ext>
                </a:extLst>
              </p:cNvPr>
              <p:cNvSpPr/>
              <p:nvPr/>
            </p:nvSpPr>
            <p:spPr>
              <a:xfrm>
                <a:off x="13256177" y="8188575"/>
                <a:ext cx="115447" cy="117804"/>
              </a:xfrm>
              <a:custGeom>
                <a:avLst/>
                <a:gdLst>
                  <a:gd name="csX0" fmla="*/ 58863 w 115447"/>
                  <a:gd name="csY0" fmla="*/ 0 h 117804"/>
                  <a:gd name="csX1" fmla="*/ 115447 w 115447"/>
                  <a:gd name="csY1" fmla="*/ 45826 h 117804"/>
                  <a:gd name="csX2" fmla="*/ 89455 w 115447"/>
                  <a:gd name="csY2" fmla="*/ 45826 h 117804"/>
                  <a:gd name="csX3" fmla="*/ 59223 w 115447"/>
                  <a:gd name="csY3" fmla="*/ 22753 h 117804"/>
                  <a:gd name="csX4" fmla="*/ 26073 w 115447"/>
                  <a:gd name="csY4" fmla="*/ 58822 h 117804"/>
                  <a:gd name="csX5" fmla="*/ 59223 w 115447"/>
                  <a:gd name="csY5" fmla="*/ 95052 h 117804"/>
                  <a:gd name="csX6" fmla="*/ 89455 w 115447"/>
                  <a:gd name="csY6" fmla="*/ 71818 h 117804"/>
                  <a:gd name="csX7" fmla="*/ 115447 w 115447"/>
                  <a:gd name="csY7" fmla="*/ 71818 h 117804"/>
                  <a:gd name="csX8" fmla="*/ 58863 w 115447"/>
                  <a:gd name="csY8" fmla="*/ 117805 h 117804"/>
                  <a:gd name="csX9" fmla="*/ 0 w 115447"/>
                  <a:gd name="csY9" fmla="*/ 58782 h 117804"/>
                  <a:gd name="csX10" fmla="*/ 58863 w 115447"/>
                  <a:gd name="csY10" fmla="*/ 0 h 117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15447" h="117804">
                    <a:moveTo>
                      <a:pt x="58863" y="0"/>
                    </a:moveTo>
                    <a:cubicBezTo>
                      <a:pt x="90894" y="0"/>
                      <a:pt x="112008" y="17555"/>
                      <a:pt x="115447" y="45826"/>
                    </a:cubicBezTo>
                    <a:lnTo>
                      <a:pt x="89455" y="45826"/>
                    </a:lnTo>
                    <a:cubicBezTo>
                      <a:pt x="86855" y="30711"/>
                      <a:pt x="74819" y="22753"/>
                      <a:pt x="59223" y="22753"/>
                    </a:cubicBezTo>
                    <a:cubicBezTo>
                      <a:pt x="39229" y="22753"/>
                      <a:pt x="26073" y="35269"/>
                      <a:pt x="26073" y="58822"/>
                    </a:cubicBezTo>
                    <a:cubicBezTo>
                      <a:pt x="26073" y="82535"/>
                      <a:pt x="39229" y="95052"/>
                      <a:pt x="59223" y="95052"/>
                    </a:cubicBezTo>
                    <a:cubicBezTo>
                      <a:pt x="74819" y="95052"/>
                      <a:pt x="86855" y="86934"/>
                      <a:pt x="89455" y="71818"/>
                    </a:cubicBezTo>
                    <a:lnTo>
                      <a:pt x="115447" y="71818"/>
                    </a:lnTo>
                    <a:cubicBezTo>
                      <a:pt x="112048" y="100250"/>
                      <a:pt x="90894" y="117805"/>
                      <a:pt x="58863" y="117805"/>
                    </a:cubicBezTo>
                    <a:cubicBezTo>
                      <a:pt x="22434" y="117805"/>
                      <a:pt x="0" y="92292"/>
                      <a:pt x="0" y="58782"/>
                    </a:cubicBezTo>
                    <a:cubicBezTo>
                      <a:pt x="0" y="25512"/>
                      <a:pt x="22434" y="0"/>
                      <a:pt x="588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A0F47E2-56E7-9527-7081-CD7FAFAAA95E}"/>
                  </a:ext>
                </a:extLst>
              </p:cNvPr>
              <p:cNvSpPr/>
              <p:nvPr/>
            </p:nvSpPr>
            <p:spPr>
              <a:xfrm>
                <a:off x="13382981" y="8188575"/>
                <a:ext cx="116847" cy="117884"/>
              </a:xfrm>
              <a:custGeom>
                <a:avLst/>
                <a:gdLst>
                  <a:gd name="csX0" fmla="*/ 58503 w 116847"/>
                  <a:gd name="csY0" fmla="*/ 0 h 117884"/>
                  <a:gd name="csX1" fmla="*/ 116847 w 116847"/>
                  <a:gd name="csY1" fmla="*/ 58862 h 117884"/>
                  <a:gd name="csX2" fmla="*/ 58503 w 116847"/>
                  <a:gd name="csY2" fmla="*/ 117885 h 117884"/>
                  <a:gd name="csX3" fmla="*/ 0 w 116847"/>
                  <a:gd name="csY3" fmla="*/ 58862 h 117884"/>
                  <a:gd name="csX4" fmla="*/ 58503 w 116847"/>
                  <a:gd name="csY4" fmla="*/ 0 h 117884"/>
                  <a:gd name="csX5" fmla="*/ 58503 w 116847"/>
                  <a:gd name="csY5" fmla="*/ 95092 h 117884"/>
                  <a:gd name="csX6" fmla="*/ 90855 w 116847"/>
                  <a:gd name="csY6" fmla="*/ 58862 h 117884"/>
                  <a:gd name="csX7" fmla="*/ 58503 w 116847"/>
                  <a:gd name="csY7" fmla="*/ 22793 h 117884"/>
                  <a:gd name="csX8" fmla="*/ 25993 w 116847"/>
                  <a:gd name="csY8" fmla="*/ 58862 h 117884"/>
                  <a:gd name="csX9" fmla="*/ 58503 w 116847"/>
                  <a:gd name="csY9" fmla="*/ 95092 h 117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16847" h="117884">
                    <a:moveTo>
                      <a:pt x="58503" y="0"/>
                    </a:moveTo>
                    <a:cubicBezTo>
                      <a:pt x="94733" y="0"/>
                      <a:pt x="116847" y="25512"/>
                      <a:pt x="116847" y="58862"/>
                    </a:cubicBezTo>
                    <a:cubicBezTo>
                      <a:pt x="116847" y="92332"/>
                      <a:pt x="94733" y="117885"/>
                      <a:pt x="58503" y="117885"/>
                    </a:cubicBezTo>
                    <a:cubicBezTo>
                      <a:pt x="22074" y="117885"/>
                      <a:pt x="0" y="92372"/>
                      <a:pt x="0" y="58862"/>
                    </a:cubicBezTo>
                    <a:cubicBezTo>
                      <a:pt x="0" y="25512"/>
                      <a:pt x="22074" y="0"/>
                      <a:pt x="58503" y="0"/>
                    </a:cubicBezTo>
                    <a:close/>
                    <a:moveTo>
                      <a:pt x="58503" y="95092"/>
                    </a:moveTo>
                    <a:cubicBezTo>
                      <a:pt x="80137" y="95092"/>
                      <a:pt x="90855" y="80936"/>
                      <a:pt x="90855" y="58862"/>
                    </a:cubicBezTo>
                    <a:cubicBezTo>
                      <a:pt x="90855" y="36909"/>
                      <a:pt x="80137" y="22793"/>
                      <a:pt x="58503" y="22793"/>
                    </a:cubicBezTo>
                    <a:cubicBezTo>
                      <a:pt x="36870" y="22793"/>
                      <a:pt x="25993" y="36949"/>
                      <a:pt x="25993" y="58862"/>
                    </a:cubicBezTo>
                    <a:cubicBezTo>
                      <a:pt x="25993" y="80936"/>
                      <a:pt x="36870" y="95092"/>
                      <a:pt x="58503" y="95092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292A0CA-2E64-9DD2-2DC3-8ECB88BD0762}"/>
                  </a:ext>
                </a:extLst>
              </p:cNvPr>
              <p:cNvSpPr/>
              <p:nvPr/>
            </p:nvSpPr>
            <p:spPr>
              <a:xfrm>
                <a:off x="13609237" y="8190215"/>
                <a:ext cx="81736" cy="114607"/>
              </a:xfrm>
              <a:custGeom>
                <a:avLst/>
                <a:gdLst>
                  <a:gd name="csX0" fmla="*/ 0 w 81736"/>
                  <a:gd name="csY0" fmla="*/ 100930 h 114607"/>
                  <a:gd name="csX1" fmla="*/ 0 w 81736"/>
                  <a:gd name="csY1" fmla="*/ 0 h 114607"/>
                  <a:gd name="csX2" fmla="*/ 25993 w 81736"/>
                  <a:gd name="csY2" fmla="*/ 0 h 114607"/>
                  <a:gd name="csX3" fmla="*/ 25993 w 81736"/>
                  <a:gd name="csY3" fmla="*/ 91853 h 114607"/>
                  <a:gd name="csX4" fmla="*/ 81737 w 81736"/>
                  <a:gd name="csY4" fmla="*/ 91853 h 114607"/>
                  <a:gd name="csX5" fmla="*/ 81737 w 81736"/>
                  <a:gd name="csY5" fmla="*/ 114606 h 114607"/>
                  <a:gd name="csX6" fmla="*/ 13956 w 81736"/>
                  <a:gd name="csY6" fmla="*/ 114606 h 114607"/>
                  <a:gd name="csX7" fmla="*/ 0 w 81736"/>
                  <a:gd name="csY7" fmla="*/ 100930 h 1146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1736" h="114607">
                    <a:moveTo>
                      <a:pt x="0" y="100930"/>
                    </a:moveTo>
                    <a:lnTo>
                      <a:pt x="0" y="0"/>
                    </a:lnTo>
                    <a:lnTo>
                      <a:pt x="25993" y="0"/>
                    </a:lnTo>
                    <a:lnTo>
                      <a:pt x="25993" y="91853"/>
                    </a:lnTo>
                    <a:lnTo>
                      <a:pt x="81737" y="91853"/>
                    </a:lnTo>
                    <a:lnTo>
                      <a:pt x="81737" y="114606"/>
                    </a:lnTo>
                    <a:lnTo>
                      <a:pt x="13956" y="114606"/>
                    </a:lnTo>
                    <a:cubicBezTo>
                      <a:pt x="5039" y="114726"/>
                      <a:pt x="0" y="109847"/>
                      <a:pt x="0" y="100930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FE446AD-5BE3-263A-CA74-4E025599D9C0}"/>
                  </a:ext>
                </a:extLst>
              </p:cNvPr>
              <p:cNvSpPr/>
              <p:nvPr/>
            </p:nvSpPr>
            <p:spPr>
              <a:xfrm>
                <a:off x="13514464" y="8190215"/>
                <a:ext cx="81737" cy="114607"/>
              </a:xfrm>
              <a:custGeom>
                <a:avLst/>
                <a:gdLst>
                  <a:gd name="csX0" fmla="*/ 0 w 81737"/>
                  <a:gd name="csY0" fmla="*/ 100930 h 114607"/>
                  <a:gd name="csX1" fmla="*/ 0 w 81737"/>
                  <a:gd name="csY1" fmla="*/ 0 h 114607"/>
                  <a:gd name="csX2" fmla="*/ 25993 w 81737"/>
                  <a:gd name="csY2" fmla="*/ 0 h 114607"/>
                  <a:gd name="csX3" fmla="*/ 25993 w 81737"/>
                  <a:gd name="csY3" fmla="*/ 91853 h 114607"/>
                  <a:gd name="csX4" fmla="*/ 81737 w 81737"/>
                  <a:gd name="csY4" fmla="*/ 91853 h 114607"/>
                  <a:gd name="csX5" fmla="*/ 81737 w 81737"/>
                  <a:gd name="csY5" fmla="*/ 114606 h 114607"/>
                  <a:gd name="csX6" fmla="*/ 13956 w 81737"/>
                  <a:gd name="csY6" fmla="*/ 114606 h 114607"/>
                  <a:gd name="csX7" fmla="*/ 0 w 81737"/>
                  <a:gd name="csY7" fmla="*/ 100930 h 1146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1737" h="114607">
                    <a:moveTo>
                      <a:pt x="0" y="100930"/>
                    </a:moveTo>
                    <a:lnTo>
                      <a:pt x="0" y="0"/>
                    </a:lnTo>
                    <a:lnTo>
                      <a:pt x="25993" y="0"/>
                    </a:lnTo>
                    <a:lnTo>
                      <a:pt x="25993" y="91853"/>
                    </a:lnTo>
                    <a:lnTo>
                      <a:pt x="81737" y="91853"/>
                    </a:lnTo>
                    <a:lnTo>
                      <a:pt x="81737" y="114606"/>
                    </a:lnTo>
                    <a:lnTo>
                      <a:pt x="13956" y="114606"/>
                    </a:lnTo>
                    <a:cubicBezTo>
                      <a:pt x="5039" y="114726"/>
                      <a:pt x="0" y="109847"/>
                      <a:pt x="0" y="100930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C811F6F8-F427-DCDD-4E11-474B246DF4FF}"/>
                  </a:ext>
                </a:extLst>
              </p:cNvPr>
              <p:cNvSpPr/>
              <p:nvPr/>
            </p:nvSpPr>
            <p:spPr>
              <a:xfrm>
                <a:off x="13703970" y="8190175"/>
                <a:ext cx="81777" cy="114565"/>
              </a:xfrm>
              <a:custGeom>
                <a:avLst/>
                <a:gdLst>
                  <a:gd name="csX0" fmla="*/ 0 w 81777"/>
                  <a:gd name="csY0" fmla="*/ 0 h 114565"/>
                  <a:gd name="csX1" fmla="*/ 81777 w 81777"/>
                  <a:gd name="csY1" fmla="*/ 0 h 114565"/>
                  <a:gd name="csX2" fmla="*/ 81777 w 81777"/>
                  <a:gd name="csY2" fmla="*/ 22753 h 114565"/>
                  <a:gd name="csX3" fmla="*/ 26033 w 81777"/>
                  <a:gd name="csY3" fmla="*/ 22753 h 114565"/>
                  <a:gd name="csX4" fmla="*/ 26033 w 81777"/>
                  <a:gd name="csY4" fmla="*/ 45826 h 114565"/>
                  <a:gd name="csX5" fmla="*/ 73659 w 81777"/>
                  <a:gd name="csY5" fmla="*/ 45826 h 114565"/>
                  <a:gd name="csX6" fmla="*/ 73659 w 81777"/>
                  <a:gd name="csY6" fmla="*/ 68579 h 114565"/>
                  <a:gd name="csX7" fmla="*/ 26033 w 81777"/>
                  <a:gd name="csY7" fmla="*/ 68579 h 114565"/>
                  <a:gd name="csX8" fmla="*/ 26033 w 81777"/>
                  <a:gd name="csY8" fmla="*/ 91813 h 114565"/>
                  <a:gd name="csX9" fmla="*/ 81777 w 81777"/>
                  <a:gd name="csY9" fmla="*/ 91813 h 114565"/>
                  <a:gd name="csX10" fmla="*/ 81777 w 81777"/>
                  <a:gd name="csY10" fmla="*/ 114566 h 114565"/>
                  <a:gd name="csX11" fmla="*/ 0 w 81777"/>
                  <a:gd name="csY11" fmla="*/ 114566 h 114565"/>
                  <a:gd name="csX12" fmla="*/ 0 w 81777"/>
                  <a:gd name="csY12" fmla="*/ 0 h 114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1777" h="114565">
                    <a:moveTo>
                      <a:pt x="0" y="0"/>
                    </a:moveTo>
                    <a:lnTo>
                      <a:pt x="81777" y="0"/>
                    </a:lnTo>
                    <a:lnTo>
                      <a:pt x="81777" y="22753"/>
                    </a:lnTo>
                    <a:lnTo>
                      <a:pt x="26033" y="22753"/>
                    </a:lnTo>
                    <a:lnTo>
                      <a:pt x="26033" y="45826"/>
                    </a:lnTo>
                    <a:lnTo>
                      <a:pt x="73659" y="45826"/>
                    </a:lnTo>
                    <a:lnTo>
                      <a:pt x="73659" y="68579"/>
                    </a:lnTo>
                    <a:lnTo>
                      <a:pt x="26033" y="68579"/>
                    </a:lnTo>
                    <a:lnTo>
                      <a:pt x="26033" y="91813"/>
                    </a:lnTo>
                    <a:lnTo>
                      <a:pt x="81777" y="91813"/>
                    </a:lnTo>
                    <a:lnTo>
                      <a:pt x="81777" y="114566"/>
                    </a:lnTo>
                    <a:lnTo>
                      <a:pt x="0" y="1145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102BD99-AF10-CD7A-420E-8886B6F20E66}"/>
                  </a:ext>
                </a:extLst>
              </p:cNvPr>
              <p:cNvSpPr/>
              <p:nvPr/>
            </p:nvSpPr>
            <p:spPr>
              <a:xfrm>
                <a:off x="13792305" y="8188575"/>
                <a:ext cx="126603" cy="117844"/>
              </a:xfrm>
              <a:custGeom>
                <a:avLst/>
                <a:gdLst>
                  <a:gd name="csX0" fmla="*/ 57663 w 126603"/>
                  <a:gd name="csY0" fmla="*/ 0 h 117844"/>
                  <a:gd name="csX1" fmla="*/ 112128 w 126603"/>
                  <a:gd name="csY1" fmla="*/ 42587 h 117844"/>
                  <a:gd name="csX2" fmla="*/ 86135 w 126603"/>
                  <a:gd name="csY2" fmla="*/ 42587 h 117844"/>
                  <a:gd name="csX3" fmla="*/ 57703 w 126603"/>
                  <a:gd name="csY3" fmla="*/ 22753 h 117844"/>
                  <a:gd name="csX4" fmla="*/ 25993 w 126603"/>
                  <a:gd name="csY4" fmla="*/ 58822 h 117844"/>
                  <a:gd name="csX5" fmla="*/ 54104 w 126603"/>
                  <a:gd name="csY5" fmla="*/ 95052 h 117844"/>
                  <a:gd name="csX6" fmla="*/ 79457 w 126603"/>
                  <a:gd name="csY6" fmla="*/ 71818 h 117844"/>
                  <a:gd name="csX7" fmla="*/ 52945 w 126603"/>
                  <a:gd name="csY7" fmla="*/ 71818 h 117844"/>
                  <a:gd name="csX8" fmla="*/ 52945 w 126603"/>
                  <a:gd name="csY8" fmla="*/ 52304 h 117844"/>
                  <a:gd name="csX9" fmla="*/ 112768 w 126603"/>
                  <a:gd name="csY9" fmla="*/ 52304 h 117844"/>
                  <a:gd name="csX10" fmla="*/ 126604 w 126603"/>
                  <a:gd name="csY10" fmla="*/ 66140 h 117844"/>
                  <a:gd name="csX11" fmla="*/ 126604 w 126603"/>
                  <a:gd name="csY11" fmla="*/ 116205 h 117844"/>
                  <a:gd name="csX12" fmla="*/ 100611 w 126603"/>
                  <a:gd name="csY12" fmla="*/ 116205 h 117844"/>
                  <a:gd name="csX13" fmla="*/ 100611 w 126603"/>
                  <a:gd name="csY13" fmla="*/ 76697 h 117844"/>
                  <a:gd name="csX14" fmla="*/ 105490 w 126603"/>
                  <a:gd name="csY14" fmla="*/ 58822 h 117844"/>
                  <a:gd name="csX15" fmla="*/ 98972 w 126603"/>
                  <a:gd name="csY15" fmla="*/ 58822 h 117844"/>
                  <a:gd name="csX16" fmla="*/ 53145 w 126603"/>
                  <a:gd name="csY16" fmla="*/ 117845 h 117844"/>
                  <a:gd name="csX17" fmla="*/ 0 w 126603"/>
                  <a:gd name="csY17" fmla="*/ 58822 h 117844"/>
                  <a:gd name="csX18" fmla="*/ 57663 w 126603"/>
                  <a:gd name="csY18" fmla="*/ 0 h 1178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26603" h="117844">
                    <a:moveTo>
                      <a:pt x="57663" y="0"/>
                    </a:moveTo>
                    <a:cubicBezTo>
                      <a:pt x="86455" y="0"/>
                      <a:pt x="108689" y="17555"/>
                      <a:pt x="112128" y="42587"/>
                    </a:cubicBezTo>
                    <a:lnTo>
                      <a:pt x="86135" y="42587"/>
                    </a:lnTo>
                    <a:cubicBezTo>
                      <a:pt x="83536" y="29111"/>
                      <a:pt x="74899" y="22753"/>
                      <a:pt x="57703" y="22753"/>
                    </a:cubicBezTo>
                    <a:cubicBezTo>
                      <a:pt x="37709" y="22753"/>
                      <a:pt x="25993" y="33630"/>
                      <a:pt x="25993" y="58822"/>
                    </a:cubicBezTo>
                    <a:cubicBezTo>
                      <a:pt x="25993" y="84175"/>
                      <a:pt x="35270" y="95052"/>
                      <a:pt x="54104" y="95052"/>
                    </a:cubicBezTo>
                    <a:cubicBezTo>
                      <a:pt x="69700" y="95052"/>
                      <a:pt x="79457" y="87254"/>
                      <a:pt x="79457" y="71818"/>
                    </a:cubicBezTo>
                    <a:lnTo>
                      <a:pt x="52945" y="71818"/>
                    </a:lnTo>
                    <a:lnTo>
                      <a:pt x="52945" y="52304"/>
                    </a:lnTo>
                    <a:lnTo>
                      <a:pt x="112768" y="52304"/>
                    </a:lnTo>
                    <a:cubicBezTo>
                      <a:pt x="121725" y="52304"/>
                      <a:pt x="126604" y="57183"/>
                      <a:pt x="126604" y="66140"/>
                    </a:cubicBezTo>
                    <a:lnTo>
                      <a:pt x="126604" y="116205"/>
                    </a:lnTo>
                    <a:lnTo>
                      <a:pt x="100611" y="116205"/>
                    </a:lnTo>
                    <a:lnTo>
                      <a:pt x="100611" y="76697"/>
                    </a:lnTo>
                    <a:lnTo>
                      <a:pt x="105490" y="58822"/>
                    </a:lnTo>
                    <a:lnTo>
                      <a:pt x="98972" y="58822"/>
                    </a:lnTo>
                    <a:cubicBezTo>
                      <a:pt x="98812" y="94732"/>
                      <a:pt x="84656" y="117845"/>
                      <a:pt x="53145" y="117845"/>
                    </a:cubicBezTo>
                    <a:cubicBezTo>
                      <a:pt x="18835" y="117845"/>
                      <a:pt x="0" y="93932"/>
                      <a:pt x="0" y="58822"/>
                    </a:cubicBezTo>
                    <a:cubicBezTo>
                      <a:pt x="-40" y="23873"/>
                      <a:pt x="24513" y="0"/>
                      <a:pt x="576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FF623FB-DEA2-1C43-30A4-CA492A9372E2}"/>
                  </a:ext>
                </a:extLst>
              </p:cNvPr>
              <p:cNvSpPr/>
              <p:nvPr/>
            </p:nvSpPr>
            <p:spPr>
              <a:xfrm>
                <a:off x="13931865" y="8190175"/>
                <a:ext cx="81777" cy="114565"/>
              </a:xfrm>
              <a:custGeom>
                <a:avLst/>
                <a:gdLst>
                  <a:gd name="csX0" fmla="*/ 0 w 81777"/>
                  <a:gd name="csY0" fmla="*/ 0 h 114565"/>
                  <a:gd name="csX1" fmla="*/ 81777 w 81777"/>
                  <a:gd name="csY1" fmla="*/ 0 h 114565"/>
                  <a:gd name="csX2" fmla="*/ 81777 w 81777"/>
                  <a:gd name="csY2" fmla="*/ 22753 h 114565"/>
                  <a:gd name="csX3" fmla="*/ 26033 w 81777"/>
                  <a:gd name="csY3" fmla="*/ 22753 h 114565"/>
                  <a:gd name="csX4" fmla="*/ 26033 w 81777"/>
                  <a:gd name="csY4" fmla="*/ 45826 h 114565"/>
                  <a:gd name="csX5" fmla="*/ 73659 w 81777"/>
                  <a:gd name="csY5" fmla="*/ 45826 h 114565"/>
                  <a:gd name="csX6" fmla="*/ 73659 w 81777"/>
                  <a:gd name="csY6" fmla="*/ 68579 h 114565"/>
                  <a:gd name="csX7" fmla="*/ 26033 w 81777"/>
                  <a:gd name="csY7" fmla="*/ 68579 h 114565"/>
                  <a:gd name="csX8" fmla="*/ 26033 w 81777"/>
                  <a:gd name="csY8" fmla="*/ 91813 h 114565"/>
                  <a:gd name="csX9" fmla="*/ 81777 w 81777"/>
                  <a:gd name="csY9" fmla="*/ 91813 h 114565"/>
                  <a:gd name="csX10" fmla="*/ 81777 w 81777"/>
                  <a:gd name="csY10" fmla="*/ 114566 h 114565"/>
                  <a:gd name="csX11" fmla="*/ 0 w 81777"/>
                  <a:gd name="csY11" fmla="*/ 114566 h 114565"/>
                  <a:gd name="csX12" fmla="*/ 0 w 81777"/>
                  <a:gd name="csY12" fmla="*/ 0 h 114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1777" h="114565">
                    <a:moveTo>
                      <a:pt x="0" y="0"/>
                    </a:moveTo>
                    <a:lnTo>
                      <a:pt x="81777" y="0"/>
                    </a:lnTo>
                    <a:lnTo>
                      <a:pt x="81777" y="22753"/>
                    </a:lnTo>
                    <a:lnTo>
                      <a:pt x="26033" y="22753"/>
                    </a:lnTo>
                    <a:lnTo>
                      <a:pt x="26033" y="45826"/>
                    </a:lnTo>
                    <a:lnTo>
                      <a:pt x="73659" y="45826"/>
                    </a:lnTo>
                    <a:lnTo>
                      <a:pt x="73659" y="68579"/>
                    </a:lnTo>
                    <a:lnTo>
                      <a:pt x="26033" y="68579"/>
                    </a:lnTo>
                    <a:lnTo>
                      <a:pt x="26033" y="91813"/>
                    </a:lnTo>
                    <a:lnTo>
                      <a:pt x="81777" y="91813"/>
                    </a:lnTo>
                    <a:lnTo>
                      <a:pt x="81777" y="114566"/>
                    </a:lnTo>
                    <a:lnTo>
                      <a:pt x="0" y="1145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A3CB390-FBE6-3B92-22BA-5B5FD0B32841}"/>
                  </a:ext>
                </a:extLst>
              </p:cNvPr>
              <p:cNvSpPr/>
              <p:nvPr/>
            </p:nvSpPr>
            <p:spPr>
              <a:xfrm>
                <a:off x="13256177" y="8341169"/>
                <a:ext cx="116846" cy="117884"/>
              </a:xfrm>
              <a:custGeom>
                <a:avLst/>
                <a:gdLst>
                  <a:gd name="csX0" fmla="*/ 58503 w 116846"/>
                  <a:gd name="csY0" fmla="*/ 0 h 117884"/>
                  <a:gd name="csX1" fmla="*/ 116847 w 116846"/>
                  <a:gd name="csY1" fmla="*/ 58863 h 117884"/>
                  <a:gd name="csX2" fmla="*/ 58503 w 116846"/>
                  <a:gd name="csY2" fmla="*/ 117885 h 117884"/>
                  <a:gd name="csX3" fmla="*/ 0 w 116846"/>
                  <a:gd name="csY3" fmla="*/ 58863 h 117884"/>
                  <a:gd name="csX4" fmla="*/ 58503 w 116846"/>
                  <a:gd name="csY4" fmla="*/ 0 h 117884"/>
                  <a:gd name="csX5" fmla="*/ 58503 w 116846"/>
                  <a:gd name="csY5" fmla="*/ 95092 h 117884"/>
                  <a:gd name="csX6" fmla="*/ 90854 w 116846"/>
                  <a:gd name="csY6" fmla="*/ 58863 h 117884"/>
                  <a:gd name="csX7" fmla="*/ 58503 w 116846"/>
                  <a:gd name="csY7" fmla="*/ 22793 h 117884"/>
                  <a:gd name="csX8" fmla="*/ 25993 w 116846"/>
                  <a:gd name="csY8" fmla="*/ 58863 h 117884"/>
                  <a:gd name="csX9" fmla="*/ 58503 w 116846"/>
                  <a:gd name="csY9" fmla="*/ 95092 h 117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16846" h="117884">
                    <a:moveTo>
                      <a:pt x="58503" y="0"/>
                    </a:moveTo>
                    <a:cubicBezTo>
                      <a:pt x="94733" y="0"/>
                      <a:pt x="116847" y="25512"/>
                      <a:pt x="116847" y="58863"/>
                    </a:cubicBezTo>
                    <a:cubicBezTo>
                      <a:pt x="116847" y="92332"/>
                      <a:pt x="94733" y="117885"/>
                      <a:pt x="58503" y="117885"/>
                    </a:cubicBezTo>
                    <a:cubicBezTo>
                      <a:pt x="22074" y="117885"/>
                      <a:pt x="0" y="92373"/>
                      <a:pt x="0" y="58863"/>
                    </a:cubicBezTo>
                    <a:cubicBezTo>
                      <a:pt x="0" y="25552"/>
                      <a:pt x="22114" y="0"/>
                      <a:pt x="58503" y="0"/>
                    </a:cubicBezTo>
                    <a:close/>
                    <a:moveTo>
                      <a:pt x="58503" y="95092"/>
                    </a:moveTo>
                    <a:cubicBezTo>
                      <a:pt x="80137" y="95092"/>
                      <a:pt x="90854" y="80936"/>
                      <a:pt x="90854" y="58863"/>
                    </a:cubicBezTo>
                    <a:cubicBezTo>
                      <a:pt x="90854" y="36909"/>
                      <a:pt x="80137" y="22793"/>
                      <a:pt x="58503" y="22793"/>
                    </a:cubicBezTo>
                    <a:cubicBezTo>
                      <a:pt x="36869" y="22793"/>
                      <a:pt x="25993" y="36949"/>
                      <a:pt x="25993" y="58863"/>
                    </a:cubicBezTo>
                    <a:cubicBezTo>
                      <a:pt x="25993" y="80976"/>
                      <a:pt x="36909" y="95092"/>
                      <a:pt x="58503" y="95092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624115C-23EC-6B7B-DAEB-6B43118D3070}"/>
                  </a:ext>
                </a:extLst>
              </p:cNvPr>
              <p:cNvSpPr/>
              <p:nvPr/>
            </p:nvSpPr>
            <p:spPr>
              <a:xfrm>
                <a:off x="13387660" y="8342809"/>
                <a:ext cx="81776" cy="114565"/>
              </a:xfrm>
              <a:custGeom>
                <a:avLst/>
                <a:gdLst>
                  <a:gd name="csX0" fmla="*/ 0 w 81776"/>
                  <a:gd name="csY0" fmla="*/ 0 h 114565"/>
                  <a:gd name="csX1" fmla="*/ 81777 w 81776"/>
                  <a:gd name="csY1" fmla="*/ 0 h 114565"/>
                  <a:gd name="csX2" fmla="*/ 81777 w 81776"/>
                  <a:gd name="csY2" fmla="*/ 22753 h 114565"/>
                  <a:gd name="csX3" fmla="*/ 26033 w 81776"/>
                  <a:gd name="csY3" fmla="*/ 22753 h 114565"/>
                  <a:gd name="csX4" fmla="*/ 26033 w 81776"/>
                  <a:gd name="csY4" fmla="*/ 55743 h 114565"/>
                  <a:gd name="csX5" fmla="*/ 78058 w 81776"/>
                  <a:gd name="csY5" fmla="*/ 52504 h 114565"/>
                  <a:gd name="csX6" fmla="*/ 78058 w 81776"/>
                  <a:gd name="csY6" fmla="*/ 75577 h 114565"/>
                  <a:gd name="csX7" fmla="*/ 26033 w 81776"/>
                  <a:gd name="csY7" fmla="*/ 78816 h 114565"/>
                  <a:gd name="csX8" fmla="*/ 26033 w 81776"/>
                  <a:gd name="csY8" fmla="*/ 114566 h 114565"/>
                  <a:gd name="csX9" fmla="*/ 40 w 81776"/>
                  <a:gd name="csY9" fmla="*/ 114566 h 114565"/>
                  <a:gd name="csX10" fmla="*/ 40 w 81776"/>
                  <a:gd name="csY10" fmla="*/ 0 h 114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1776" h="114565">
                    <a:moveTo>
                      <a:pt x="0" y="0"/>
                    </a:moveTo>
                    <a:lnTo>
                      <a:pt x="81777" y="0"/>
                    </a:lnTo>
                    <a:lnTo>
                      <a:pt x="81777" y="22753"/>
                    </a:lnTo>
                    <a:lnTo>
                      <a:pt x="26033" y="22753"/>
                    </a:lnTo>
                    <a:lnTo>
                      <a:pt x="26033" y="55743"/>
                    </a:lnTo>
                    <a:lnTo>
                      <a:pt x="78058" y="52504"/>
                    </a:lnTo>
                    <a:lnTo>
                      <a:pt x="78058" y="75577"/>
                    </a:lnTo>
                    <a:lnTo>
                      <a:pt x="26033" y="78816"/>
                    </a:lnTo>
                    <a:lnTo>
                      <a:pt x="26033" y="114566"/>
                    </a:lnTo>
                    <a:lnTo>
                      <a:pt x="40" y="114566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2B170A9-F2CF-BFB8-50E3-4D3D9CA1EAF9}"/>
                  </a:ext>
                </a:extLst>
              </p:cNvPr>
              <p:cNvSpPr/>
              <p:nvPr/>
            </p:nvSpPr>
            <p:spPr>
              <a:xfrm>
                <a:off x="13525661" y="8341169"/>
                <a:ext cx="115447" cy="117804"/>
              </a:xfrm>
              <a:custGeom>
                <a:avLst/>
                <a:gdLst>
                  <a:gd name="csX0" fmla="*/ 58863 w 115447"/>
                  <a:gd name="csY0" fmla="*/ 0 h 117804"/>
                  <a:gd name="csX1" fmla="*/ 115447 w 115447"/>
                  <a:gd name="csY1" fmla="*/ 45826 h 117804"/>
                  <a:gd name="csX2" fmla="*/ 89455 w 115447"/>
                  <a:gd name="csY2" fmla="*/ 45826 h 117804"/>
                  <a:gd name="csX3" fmla="*/ 59223 w 115447"/>
                  <a:gd name="csY3" fmla="*/ 22753 h 117804"/>
                  <a:gd name="csX4" fmla="*/ 26073 w 115447"/>
                  <a:gd name="csY4" fmla="*/ 58822 h 117804"/>
                  <a:gd name="csX5" fmla="*/ 59223 w 115447"/>
                  <a:gd name="csY5" fmla="*/ 95052 h 117804"/>
                  <a:gd name="csX6" fmla="*/ 89455 w 115447"/>
                  <a:gd name="csY6" fmla="*/ 71819 h 117804"/>
                  <a:gd name="csX7" fmla="*/ 115447 w 115447"/>
                  <a:gd name="csY7" fmla="*/ 71819 h 117804"/>
                  <a:gd name="csX8" fmla="*/ 58863 w 115447"/>
                  <a:gd name="csY8" fmla="*/ 117805 h 117804"/>
                  <a:gd name="csX9" fmla="*/ 0 w 115447"/>
                  <a:gd name="csY9" fmla="*/ 58782 h 117804"/>
                  <a:gd name="csX10" fmla="*/ 58863 w 115447"/>
                  <a:gd name="csY10" fmla="*/ 0 h 117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15447" h="117804">
                    <a:moveTo>
                      <a:pt x="58863" y="0"/>
                    </a:moveTo>
                    <a:cubicBezTo>
                      <a:pt x="90894" y="0"/>
                      <a:pt x="112008" y="17555"/>
                      <a:pt x="115447" y="45826"/>
                    </a:cubicBezTo>
                    <a:lnTo>
                      <a:pt x="89455" y="45826"/>
                    </a:lnTo>
                    <a:cubicBezTo>
                      <a:pt x="86855" y="30711"/>
                      <a:pt x="74819" y="22753"/>
                      <a:pt x="59223" y="22753"/>
                    </a:cubicBezTo>
                    <a:cubicBezTo>
                      <a:pt x="39229" y="22753"/>
                      <a:pt x="26073" y="35269"/>
                      <a:pt x="26073" y="58822"/>
                    </a:cubicBezTo>
                    <a:cubicBezTo>
                      <a:pt x="26073" y="82535"/>
                      <a:pt x="39229" y="95052"/>
                      <a:pt x="59223" y="95052"/>
                    </a:cubicBezTo>
                    <a:cubicBezTo>
                      <a:pt x="74819" y="95052"/>
                      <a:pt x="86855" y="86934"/>
                      <a:pt x="89455" y="71819"/>
                    </a:cubicBezTo>
                    <a:lnTo>
                      <a:pt x="115447" y="71819"/>
                    </a:lnTo>
                    <a:cubicBezTo>
                      <a:pt x="112048" y="100250"/>
                      <a:pt x="90894" y="117805"/>
                      <a:pt x="58863" y="117805"/>
                    </a:cubicBezTo>
                    <a:cubicBezTo>
                      <a:pt x="22434" y="117805"/>
                      <a:pt x="0" y="92292"/>
                      <a:pt x="0" y="58782"/>
                    </a:cubicBezTo>
                    <a:cubicBezTo>
                      <a:pt x="0" y="25552"/>
                      <a:pt x="22434" y="0"/>
                      <a:pt x="588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B526BBA-AF1E-943A-7BB4-BF8A6D367EC3}"/>
                  </a:ext>
                </a:extLst>
              </p:cNvPr>
              <p:cNvSpPr/>
              <p:nvPr/>
            </p:nvSpPr>
            <p:spPr>
              <a:xfrm>
                <a:off x="13655704" y="8342809"/>
                <a:ext cx="96892" cy="114645"/>
              </a:xfrm>
              <a:custGeom>
                <a:avLst/>
                <a:gdLst>
                  <a:gd name="csX0" fmla="*/ 0 w 96892"/>
                  <a:gd name="csY0" fmla="*/ 0 h 114645"/>
                  <a:gd name="csX1" fmla="*/ 44387 w 96892"/>
                  <a:gd name="csY1" fmla="*/ 0 h 114645"/>
                  <a:gd name="csX2" fmla="*/ 95413 w 96892"/>
                  <a:gd name="csY2" fmla="*/ 32030 h 114645"/>
                  <a:gd name="csX3" fmla="*/ 66301 w 96892"/>
                  <a:gd name="csY3" fmla="*/ 57703 h 114645"/>
                  <a:gd name="csX4" fmla="*/ 66301 w 96892"/>
                  <a:gd name="csY4" fmla="*/ 64221 h 114645"/>
                  <a:gd name="csX5" fmla="*/ 83056 w 96892"/>
                  <a:gd name="csY5" fmla="*/ 64221 h 114645"/>
                  <a:gd name="csX6" fmla="*/ 96892 w 96892"/>
                  <a:gd name="csY6" fmla="*/ 78057 h 114645"/>
                  <a:gd name="csX7" fmla="*/ 96892 w 96892"/>
                  <a:gd name="csY7" fmla="*/ 114646 h 114645"/>
                  <a:gd name="csX8" fmla="*/ 70900 w 96892"/>
                  <a:gd name="csY8" fmla="*/ 114646 h 114645"/>
                  <a:gd name="csX9" fmla="*/ 70900 w 96892"/>
                  <a:gd name="csY9" fmla="*/ 74338 h 114645"/>
                  <a:gd name="csX10" fmla="*/ 26033 w 96892"/>
                  <a:gd name="csY10" fmla="*/ 74338 h 114645"/>
                  <a:gd name="csX11" fmla="*/ 26033 w 96892"/>
                  <a:gd name="csY11" fmla="*/ 114646 h 114645"/>
                  <a:gd name="csX12" fmla="*/ 40 w 96892"/>
                  <a:gd name="csY12" fmla="*/ 114646 h 114645"/>
                  <a:gd name="csX13" fmla="*/ 40 w 96892"/>
                  <a:gd name="csY13" fmla="*/ 0 h 114645"/>
                  <a:gd name="csX14" fmla="*/ 44387 w 96892"/>
                  <a:gd name="csY14" fmla="*/ 51545 h 114645"/>
                  <a:gd name="csX15" fmla="*/ 69420 w 96892"/>
                  <a:gd name="csY15" fmla="*/ 37229 h 114645"/>
                  <a:gd name="csX16" fmla="*/ 44387 w 96892"/>
                  <a:gd name="csY16" fmla="*/ 22753 h 114645"/>
                  <a:gd name="csX17" fmla="*/ 26033 w 96892"/>
                  <a:gd name="csY17" fmla="*/ 22753 h 114645"/>
                  <a:gd name="csX18" fmla="*/ 26033 w 96892"/>
                  <a:gd name="csY18" fmla="*/ 51545 h 114645"/>
                  <a:gd name="csX19" fmla="*/ 44387 w 96892"/>
                  <a:gd name="csY19" fmla="*/ 51545 h 1146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96892" h="114645">
                    <a:moveTo>
                      <a:pt x="0" y="0"/>
                    </a:moveTo>
                    <a:lnTo>
                      <a:pt x="44387" y="0"/>
                    </a:lnTo>
                    <a:cubicBezTo>
                      <a:pt x="71699" y="0"/>
                      <a:pt x="95413" y="6358"/>
                      <a:pt x="95413" y="32030"/>
                    </a:cubicBezTo>
                    <a:cubicBezTo>
                      <a:pt x="95413" y="50905"/>
                      <a:pt x="80137" y="56103"/>
                      <a:pt x="66301" y="57703"/>
                    </a:cubicBezTo>
                    <a:lnTo>
                      <a:pt x="66301" y="64221"/>
                    </a:lnTo>
                    <a:lnTo>
                      <a:pt x="83056" y="64221"/>
                    </a:lnTo>
                    <a:cubicBezTo>
                      <a:pt x="92014" y="64221"/>
                      <a:pt x="96892" y="69099"/>
                      <a:pt x="96892" y="78057"/>
                    </a:cubicBezTo>
                    <a:lnTo>
                      <a:pt x="96892" y="114646"/>
                    </a:lnTo>
                    <a:lnTo>
                      <a:pt x="70900" y="114646"/>
                    </a:lnTo>
                    <a:lnTo>
                      <a:pt x="70900" y="74338"/>
                    </a:lnTo>
                    <a:lnTo>
                      <a:pt x="26033" y="74338"/>
                    </a:lnTo>
                    <a:lnTo>
                      <a:pt x="26033" y="114646"/>
                    </a:lnTo>
                    <a:lnTo>
                      <a:pt x="40" y="114646"/>
                    </a:lnTo>
                    <a:lnTo>
                      <a:pt x="40" y="0"/>
                    </a:lnTo>
                    <a:close/>
                    <a:moveTo>
                      <a:pt x="44387" y="51545"/>
                    </a:moveTo>
                    <a:cubicBezTo>
                      <a:pt x="59823" y="51545"/>
                      <a:pt x="69420" y="51545"/>
                      <a:pt x="69420" y="37229"/>
                    </a:cubicBezTo>
                    <a:cubicBezTo>
                      <a:pt x="69420" y="22753"/>
                      <a:pt x="59823" y="22753"/>
                      <a:pt x="44387" y="22753"/>
                    </a:cubicBezTo>
                    <a:lnTo>
                      <a:pt x="26033" y="22753"/>
                    </a:lnTo>
                    <a:lnTo>
                      <a:pt x="26033" y="51545"/>
                    </a:lnTo>
                    <a:lnTo>
                      <a:pt x="44387" y="51545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4EE9216-018C-208C-0212-69C5CE8D7B4C}"/>
                  </a:ext>
                </a:extLst>
              </p:cNvPr>
              <p:cNvSpPr/>
              <p:nvPr/>
            </p:nvSpPr>
            <p:spPr>
              <a:xfrm>
                <a:off x="13768832" y="8342809"/>
                <a:ext cx="81776" cy="114565"/>
              </a:xfrm>
              <a:custGeom>
                <a:avLst/>
                <a:gdLst>
                  <a:gd name="csX0" fmla="*/ 0 w 81776"/>
                  <a:gd name="csY0" fmla="*/ 0 h 114565"/>
                  <a:gd name="csX1" fmla="*/ 81777 w 81776"/>
                  <a:gd name="csY1" fmla="*/ 0 h 114565"/>
                  <a:gd name="csX2" fmla="*/ 81777 w 81776"/>
                  <a:gd name="csY2" fmla="*/ 22753 h 114565"/>
                  <a:gd name="csX3" fmla="*/ 26032 w 81776"/>
                  <a:gd name="csY3" fmla="*/ 22753 h 114565"/>
                  <a:gd name="csX4" fmla="*/ 26032 w 81776"/>
                  <a:gd name="csY4" fmla="*/ 45826 h 114565"/>
                  <a:gd name="csX5" fmla="*/ 73659 w 81776"/>
                  <a:gd name="csY5" fmla="*/ 45826 h 114565"/>
                  <a:gd name="csX6" fmla="*/ 73659 w 81776"/>
                  <a:gd name="csY6" fmla="*/ 68579 h 114565"/>
                  <a:gd name="csX7" fmla="*/ 26032 w 81776"/>
                  <a:gd name="csY7" fmla="*/ 68579 h 114565"/>
                  <a:gd name="csX8" fmla="*/ 26032 w 81776"/>
                  <a:gd name="csY8" fmla="*/ 91812 h 114565"/>
                  <a:gd name="csX9" fmla="*/ 81777 w 81776"/>
                  <a:gd name="csY9" fmla="*/ 91812 h 114565"/>
                  <a:gd name="csX10" fmla="*/ 81777 w 81776"/>
                  <a:gd name="csY10" fmla="*/ 114566 h 114565"/>
                  <a:gd name="csX11" fmla="*/ 0 w 81776"/>
                  <a:gd name="csY11" fmla="*/ 114566 h 114565"/>
                  <a:gd name="csX12" fmla="*/ 0 w 81776"/>
                  <a:gd name="csY12" fmla="*/ 0 h 114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1776" h="114565">
                    <a:moveTo>
                      <a:pt x="0" y="0"/>
                    </a:moveTo>
                    <a:lnTo>
                      <a:pt x="81777" y="0"/>
                    </a:lnTo>
                    <a:lnTo>
                      <a:pt x="81777" y="22753"/>
                    </a:lnTo>
                    <a:lnTo>
                      <a:pt x="26032" y="22753"/>
                    </a:lnTo>
                    <a:lnTo>
                      <a:pt x="26032" y="45826"/>
                    </a:lnTo>
                    <a:lnTo>
                      <a:pt x="73659" y="45826"/>
                    </a:lnTo>
                    <a:lnTo>
                      <a:pt x="73659" y="68579"/>
                    </a:lnTo>
                    <a:lnTo>
                      <a:pt x="26032" y="68579"/>
                    </a:lnTo>
                    <a:lnTo>
                      <a:pt x="26032" y="91812"/>
                    </a:lnTo>
                    <a:lnTo>
                      <a:pt x="81777" y="91812"/>
                    </a:lnTo>
                    <a:lnTo>
                      <a:pt x="81777" y="114566"/>
                    </a:lnTo>
                    <a:lnTo>
                      <a:pt x="0" y="1145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2E5C508-7491-0C3D-E3C3-018D7B3281B5}"/>
                  </a:ext>
                </a:extLst>
              </p:cNvPr>
              <p:cNvSpPr/>
              <p:nvPr/>
            </p:nvSpPr>
            <p:spPr>
              <a:xfrm>
                <a:off x="13860325" y="8342809"/>
                <a:ext cx="119766" cy="114605"/>
              </a:xfrm>
              <a:custGeom>
                <a:avLst/>
                <a:gdLst>
                  <a:gd name="csX0" fmla="*/ 83096 w 119766"/>
                  <a:gd name="csY0" fmla="*/ 77857 h 114605"/>
                  <a:gd name="csX1" fmla="*/ 36590 w 119766"/>
                  <a:gd name="csY1" fmla="*/ 77857 h 114605"/>
                  <a:gd name="csX2" fmla="*/ 26353 w 119766"/>
                  <a:gd name="csY2" fmla="*/ 114606 h 114605"/>
                  <a:gd name="csX3" fmla="*/ 0 w 119766"/>
                  <a:gd name="csY3" fmla="*/ 114606 h 114605"/>
                  <a:gd name="csX4" fmla="*/ 32991 w 119766"/>
                  <a:gd name="csY4" fmla="*/ 0 h 114605"/>
                  <a:gd name="csX5" fmla="*/ 86616 w 119766"/>
                  <a:gd name="csY5" fmla="*/ 0 h 114605"/>
                  <a:gd name="csX6" fmla="*/ 119766 w 119766"/>
                  <a:gd name="csY6" fmla="*/ 114606 h 114605"/>
                  <a:gd name="csX7" fmla="*/ 93414 w 119766"/>
                  <a:gd name="csY7" fmla="*/ 114606 h 114605"/>
                  <a:gd name="csX8" fmla="*/ 83096 w 119766"/>
                  <a:gd name="csY8" fmla="*/ 77857 h 114605"/>
                  <a:gd name="csX9" fmla="*/ 76778 w 119766"/>
                  <a:gd name="csY9" fmla="*/ 55103 h 114605"/>
                  <a:gd name="csX10" fmla="*/ 63142 w 119766"/>
                  <a:gd name="csY10" fmla="*/ 6518 h 114605"/>
                  <a:gd name="csX11" fmla="*/ 56624 w 119766"/>
                  <a:gd name="csY11" fmla="*/ 6518 h 114605"/>
                  <a:gd name="csX12" fmla="*/ 42988 w 119766"/>
                  <a:gd name="csY12" fmla="*/ 55103 h 114605"/>
                  <a:gd name="csX13" fmla="*/ 76778 w 119766"/>
                  <a:gd name="csY13" fmla="*/ 55103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9766" h="114605">
                    <a:moveTo>
                      <a:pt x="83096" y="77857"/>
                    </a:moveTo>
                    <a:lnTo>
                      <a:pt x="36590" y="77857"/>
                    </a:lnTo>
                    <a:lnTo>
                      <a:pt x="26353" y="114606"/>
                    </a:lnTo>
                    <a:lnTo>
                      <a:pt x="0" y="114606"/>
                    </a:lnTo>
                    <a:lnTo>
                      <a:pt x="32991" y="0"/>
                    </a:lnTo>
                    <a:lnTo>
                      <a:pt x="86616" y="0"/>
                    </a:lnTo>
                    <a:lnTo>
                      <a:pt x="119766" y="114606"/>
                    </a:lnTo>
                    <a:lnTo>
                      <a:pt x="93414" y="114606"/>
                    </a:lnTo>
                    <a:lnTo>
                      <a:pt x="83096" y="77857"/>
                    </a:lnTo>
                    <a:close/>
                    <a:moveTo>
                      <a:pt x="76778" y="55103"/>
                    </a:moveTo>
                    <a:lnTo>
                      <a:pt x="63142" y="6518"/>
                    </a:lnTo>
                    <a:lnTo>
                      <a:pt x="56624" y="6518"/>
                    </a:lnTo>
                    <a:lnTo>
                      <a:pt x="42988" y="55103"/>
                    </a:lnTo>
                    <a:lnTo>
                      <a:pt x="76778" y="55103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5E53B03-90B5-B2DA-E8EF-F2EA2739031D}"/>
                  </a:ext>
                </a:extLst>
              </p:cNvPr>
              <p:cNvSpPr/>
              <p:nvPr/>
            </p:nvSpPr>
            <p:spPr>
              <a:xfrm>
                <a:off x="13967175" y="8342809"/>
                <a:ext cx="100931" cy="114605"/>
              </a:xfrm>
              <a:custGeom>
                <a:avLst/>
                <a:gdLst>
                  <a:gd name="csX0" fmla="*/ 100931 w 100931"/>
                  <a:gd name="csY0" fmla="*/ 22753 h 114605"/>
                  <a:gd name="csX1" fmla="*/ 63542 w 100931"/>
                  <a:gd name="csY1" fmla="*/ 22753 h 114605"/>
                  <a:gd name="csX2" fmla="*/ 63542 w 100931"/>
                  <a:gd name="csY2" fmla="*/ 114606 h 114605"/>
                  <a:gd name="csX3" fmla="*/ 37549 w 100931"/>
                  <a:gd name="csY3" fmla="*/ 114606 h 114605"/>
                  <a:gd name="csX4" fmla="*/ 37549 w 100931"/>
                  <a:gd name="csY4" fmla="*/ 22753 h 114605"/>
                  <a:gd name="csX5" fmla="*/ 0 w 100931"/>
                  <a:gd name="csY5" fmla="*/ 22753 h 114605"/>
                  <a:gd name="csX6" fmla="*/ 0 w 100931"/>
                  <a:gd name="csY6" fmla="*/ 0 h 114605"/>
                  <a:gd name="csX7" fmla="*/ 100931 w 100931"/>
                  <a:gd name="csY7" fmla="*/ 0 h 114605"/>
                  <a:gd name="csX8" fmla="*/ 100931 w 100931"/>
                  <a:gd name="csY8" fmla="*/ 22753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931" h="114605">
                    <a:moveTo>
                      <a:pt x="100931" y="22753"/>
                    </a:moveTo>
                    <a:lnTo>
                      <a:pt x="63542" y="22753"/>
                    </a:lnTo>
                    <a:lnTo>
                      <a:pt x="63542" y="114606"/>
                    </a:lnTo>
                    <a:lnTo>
                      <a:pt x="37549" y="114606"/>
                    </a:lnTo>
                    <a:lnTo>
                      <a:pt x="37549" y="22753"/>
                    </a:lnTo>
                    <a:lnTo>
                      <a:pt x="0" y="22753"/>
                    </a:lnTo>
                    <a:lnTo>
                      <a:pt x="0" y="0"/>
                    </a:lnTo>
                    <a:lnTo>
                      <a:pt x="100931" y="0"/>
                    </a:lnTo>
                    <a:lnTo>
                      <a:pt x="100931" y="22753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4EC034F-B57F-B482-67D3-68870B9E2F52}"/>
                  </a:ext>
                </a:extLst>
              </p:cNvPr>
              <p:cNvSpPr/>
              <p:nvPr/>
            </p:nvSpPr>
            <p:spPr>
              <a:xfrm>
                <a:off x="14081103" y="8342809"/>
                <a:ext cx="78017" cy="114605"/>
              </a:xfrm>
              <a:custGeom>
                <a:avLst/>
                <a:gdLst>
                  <a:gd name="csX0" fmla="*/ 52025 w 78017"/>
                  <a:gd name="csY0" fmla="*/ 22753 h 114605"/>
                  <a:gd name="csX1" fmla="*/ 52025 w 78017"/>
                  <a:gd name="csY1" fmla="*/ 91852 h 114605"/>
                  <a:gd name="csX2" fmla="*/ 78018 w 78017"/>
                  <a:gd name="csY2" fmla="*/ 91852 h 114605"/>
                  <a:gd name="csX3" fmla="*/ 78018 w 78017"/>
                  <a:gd name="csY3" fmla="*/ 114606 h 114605"/>
                  <a:gd name="csX4" fmla="*/ 0 w 78017"/>
                  <a:gd name="csY4" fmla="*/ 114606 h 114605"/>
                  <a:gd name="csX5" fmla="*/ 0 w 78017"/>
                  <a:gd name="csY5" fmla="*/ 91852 h 114605"/>
                  <a:gd name="csX6" fmla="*/ 25993 w 78017"/>
                  <a:gd name="csY6" fmla="*/ 91852 h 114605"/>
                  <a:gd name="csX7" fmla="*/ 25993 w 78017"/>
                  <a:gd name="csY7" fmla="*/ 22753 h 114605"/>
                  <a:gd name="csX8" fmla="*/ 0 w 78017"/>
                  <a:gd name="csY8" fmla="*/ 22753 h 114605"/>
                  <a:gd name="csX9" fmla="*/ 0 w 78017"/>
                  <a:gd name="csY9" fmla="*/ 0 h 114605"/>
                  <a:gd name="csX10" fmla="*/ 78018 w 78017"/>
                  <a:gd name="csY10" fmla="*/ 0 h 114605"/>
                  <a:gd name="csX11" fmla="*/ 78018 w 78017"/>
                  <a:gd name="csY11" fmla="*/ 22753 h 114605"/>
                  <a:gd name="csX12" fmla="*/ 52025 w 78017"/>
                  <a:gd name="csY12" fmla="*/ 22753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8017" h="114605">
                    <a:moveTo>
                      <a:pt x="52025" y="22753"/>
                    </a:moveTo>
                    <a:lnTo>
                      <a:pt x="52025" y="91852"/>
                    </a:lnTo>
                    <a:lnTo>
                      <a:pt x="78018" y="91852"/>
                    </a:lnTo>
                    <a:lnTo>
                      <a:pt x="78018" y="114606"/>
                    </a:lnTo>
                    <a:lnTo>
                      <a:pt x="0" y="114606"/>
                    </a:lnTo>
                    <a:lnTo>
                      <a:pt x="0" y="91852"/>
                    </a:lnTo>
                    <a:lnTo>
                      <a:pt x="25993" y="91852"/>
                    </a:lnTo>
                    <a:lnTo>
                      <a:pt x="25993" y="22753"/>
                    </a:lnTo>
                    <a:lnTo>
                      <a:pt x="0" y="22753"/>
                    </a:lnTo>
                    <a:lnTo>
                      <a:pt x="0" y="0"/>
                    </a:lnTo>
                    <a:lnTo>
                      <a:pt x="78018" y="0"/>
                    </a:lnTo>
                    <a:lnTo>
                      <a:pt x="78018" y="22753"/>
                    </a:lnTo>
                    <a:lnTo>
                      <a:pt x="52025" y="22753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AFE1B10-B477-35AF-D997-C2702C75B666}"/>
                  </a:ext>
                </a:extLst>
              </p:cNvPr>
              <p:cNvSpPr/>
              <p:nvPr/>
            </p:nvSpPr>
            <p:spPr>
              <a:xfrm>
                <a:off x="14170557" y="8342809"/>
                <a:ext cx="119765" cy="114605"/>
              </a:xfrm>
              <a:custGeom>
                <a:avLst/>
                <a:gdLst>
                  <a:gd name="csX0" fmla="*/ 26272 w 119765"/>
                  <a:gd name="csY0" fmla="*/ 0 h 114605"/>
                  <a:gd name="csX1" fmla="*/ 56504 w 119765"/>
                  <a:gd name="csY1" fmla="*/ 108088 h 114605"/>
                  <a:gd name="csX2" fmla="*/ 63022 w 119765"/>
                  <a:gd name="csY2" fmla="*/ 108088 h 114605"/>
                  <a:gd name="csX3" fmla="*/ 93413 w 119765"/>
                  <a:gd name="csY3" fmla="*/ 0 h 114605"/>
                  <a:gd name="csX4" fmla="*/ 119766 w 119765"/>
                  <a:gd name="csY4" fmla="*/ 0 h 114605"/>
                  <a:gd name="csX5" fmla="*/ 86616 w 119765"/>
                  <a:gd name="csY5" fmla="*/ 114606 h 114605"/>
                  <a:gd name="csX6" fmla="*/ 32991 w 119765"/>
                  <a:gd name="csY6" fmla="*/ 114606 h 114605"/>
                  <a:gd name="csX7" fmla="*/ 0 w 119765"/>
                  <a:gd name="csY7" fmla="*/ 0 h 114605"/>
                  <a:gd name="csX8" fmla="*/ 26272 w 119765"/>
                  <a:gd name="csY8" fmla="*/ 0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9765" h="114605">
                    <a:moveTo>
                      <a:pt x="26272" y="0"/>
                    </a:moveTo>
                    <a:lnTo>
                      <a:pt x="56504" y="108088"/>
                    </a:lnTo>
                    <a:lnTo>
                      <a:pt x="63022" y="108088"/>
                    </a:lnTo>
                    <a:lnTo>
                      <a:pt x="93413" y="0"/>
                    </a:lnTo>
                    <a:lnTo>
                      <a:pt x="119766" y="0"/>
                    </a:lnTo>
                    <a:lnTo>
                      <a:pt x="86616" y="114606"/>
                    </a:lnTo>
                    <a:lnTo>
                      <a:pt x="32991" y="114606"/>
                    </a:lnTo>
                    <a:lnTo>
                      <a:pt x="0" y="0"/>
                    </a:lnTo>
                    <a:lnTo>
                      <a:pt x="26272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679D7D6-7F85-A75A-B99C-6488B9C4ECFD}"/>
                  </a:ext>
                </a:extLst>
              </p:cNvPr>
              <p:cNvSpPr/>
              <p:nvPr/>
            </p:nvSpPr>
            <p:spPr>
              <a:xfrm>
                <a:off x="14300041" y="8342809"/>
                <a:ext cx="81776" cy="114565"/>
              </a:xfrm>
              <a:custGeom>
                <a:avLst/>
                <a:gdLst>
                  <a:gd name="csX0" fmla="*/ 0 w 81776"/>
                  <a:gd name="csY0" fmla="*/ 0 h 114565"/>
                  <a:gd name="csX1" fmla="*/ 81777 w 81776"/>
                  <a:gd name="csY1" fmla="*/ 0 h 114565"/>
                  <a:gd name="csX2" fmla="*/ 81777 w 81776"/>
                  <a:gd name="csY2" fmla="*/ 22753 h 114565"/>
                  <a:gd name="csX3" fmla="*/ 26033 w 81776"/>
                  <a:gd name="csY3" fmla="*/ 22753 h 114565"/>
                  <a:gd name="csX4" fmla="*/ 26033 w 81776"/>
                  <a:gd name="csY4" fmla="*/ 45826 h 114565"/>
                  <a:gd name="csX5" fmla="*/ 73659 w 81776"/>
                  <a:gd name="csY5" fmla="*/ 45826 h 114565"/>
                  <a:gd name="csX6" fmla="*/ 73659 w 81776"/>
                  <a:gd name="csY6" fmla="*/ 68579 h 114565"/>
                  <a:gd name="csX7" fmla="*/ 26033 w 81776"/>
                  <a:gd name="csY7" fmla="*/ 68579 h 114565"/>
                  <a:gd name="csX8" fmla="*/ 26033 w 81776"/>
                  <a:gd name="csY8" fmla="*/ 91812 h 114565"/>
                  <a:gd name="csX9" fmla="*/ 81777 w 81776"/>
                  <a:gd name="csY9" fmla="*/ 91812 h 114565"/>
                  <a:gd name="csX10" fmla="*/ 81777 w 81776"/>
                  <a:gd name="csY10" fmla="*/ 114566 h 114565"/>
                  <a:gd name="csX11" fmla="*/ 0 w 81776"/>
                  <a:gd name="csY11" fmla="*/ 114566 h 114565"/>
                  <a:gd name="csX12" fmla="*/ 0 w 81776"/>
                  <a:gd name="csY12" fmla="*/ 0 h 114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1776" h="114565">
                    <a:moveTo>
                      <a:pt x="0" y="0"/>
                    </a:moveTo>
                    <a:lnTo>
                      <a:pt x="81777" y="0"/>
                    </a:lnTo>
                    <a:lnTo>
                      <a:pt x="81777" y="22753"/>
                    </a:lnTo>
                    <a:lnTo>
                      <a:pt x="26033" y="22753"/>
                    </a:lnTo>
                    <a:lnTo>
                      <a:pt x="26033" y="45826"/>
                    </a:lnTo>
                    <a:lnTo>
                      <a:pt x="73659" y="45826"/>
                    </a:lnTo>
                    <a:lnTo>
                      <a:pt x="73659" y="68579"/>
                    </a:lnTo>
                    <a:lnTo>
                      <a:pt x="26033" y="68579"/>
                    </a:lnTo>
                    <a:lnTo>
                      <a:pt x="26033" y="91812"/>
                    </a:lnTo>
                    <a:lnTo>
                      <a:pt x="81777" y="91812"/>
                    </a:lnTo>
                    <a:lnTo>
                      <a:pt x="81777" y="114566"/>
                    </a:lnTo>
                    <a:lnTo>
                      <a:pt x="0" y="1145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198BB6B-67A9-F56D-077D-138FA0EE68A0}"/>
                  </a:ext>
                </a:extLst>
              </p:cNvPr>
              <p:cNvSpPr/>
              <p:nvPr/>
            </p:nvSpPr>
            <p:spPr>
              <a:xfrm>
                <a:off x="13256177" y="8495443"/>
                <a:ext cx="78017" cy="114605"/>
              </a:xfrm>
              <a:custGeom>
                <a:avLst/>
                <a:gdLst>
                  <a:gd name="csX0" fmla="*/ 52025 w 78017"/>
                  <a:gd name="csY0" fmla="*/ 22753 h 114605"/>
                  <a:gd name="csX1" fmla="*/ 52025 w 78017"/>
                  <a:gd name="csY1" fmla="*/ 91853 h 114605"/>
                  <a:gd name="csX2" fmla="*/ 78018 w 78017"/>
                  <a:gd name="csY2" fmla="*/ 91853 h 114605"/>
                  <a:gd name="csX3" fmla="*/ 78018 w 78017"/>
                  <a:gd name="csY3" fmla="*/ 114606 h 114605"/>
                  <a:gd name="csX4" fmla="*/ 0 w 78017"/>
                  <a:gd name="csY4" fmla="*/ 114606 h 114605"/>
                  <a:gd name="csX5" fmla="*/ 0 w 78017"/>
                  <a:gd name="csY5" fmla="*/ 91853 h 114605"/>
                  <a:gd name="csX6" fmla="*/ 25993 w 78017"/>
                  <a:gd name="csY6" fmla="*/ 91853 h 114605"/>
                  <a:gd name="csX7" fmla="*/ 25993 w 78017"/>
                  <a:gd name="csY7" fmla="*/ 22753 h 114605"/>
                  <a:gd name="csX8" fmla="*/ 0 w 78017"/>
                  <a:gd name="csY8" fmla="*/ 22753 h 114605"/>
                  <a:gd name="csX9" fmla="*/ 0 w 78017"/>
                  <a:gd name="csY9" fmla="*/ 0 h 114605"/>
                  <a:gd name="csX10" fmla="*/ 78018 w 78017"/>
                  <a:gd name="csY10" fmla="*/ 0 h 114605"/>
                  <a:gd name="csX11" fmla="*/ 78018 w 78017"/>
                  <a:gd name="csY11" fmla="*/ 22753 h 114605"/>
                  <a:gd name="csX12" fmla="*/ 52025 w 78017"/>
                  <a:gd name="csY12" fmla="*/ 22753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8017" h="114605">
                    <a:moveTo>
                      <a:pt x="52025" y="22753"/>
                    </a:moveTo>
                    <a:lnTo>
                      <a:pt x="52025" y="91853"/>
                    </a:lnTo>
                    <a:lnTo>
                      <a:pt x="78018" y="91853"/>
                    </a:lnTo>
                    <a:lnTo>
                      <a:pt x="78018" y="114606"/>
                    </a:lnTo>
                    <a:lnTo>
                      <a:pt x="0" y="114606"/>
                    </a:lnTo>
                    <a:lnTo>
                      <a:pt x="0" y="91853"/>
                    </a:lnTo>
                    <a:lnTo>
                      <a:pt x="25993" y="91853"/>
                    </a:lnTo>
                    <a:lnTo>
                      <a:pt x="25993" y="22753"/>
                    </a:lnTo>
                    <a:lnTo>
                      <a:pt x="0" y="22753"/>
                    </a:lnTo>
                    <a:lnTo>
                      <a:pt x="0" y="0"/>
                    </a:lnTo>
                    <a:lnTo>
                      <a:pt x="78018" y="0"/>
                    </a:lnTo>
                    <a:lnTo>
                      <a:pt x="78018" y="22753"/>
                    </a:lnTo>
                    <a:lnTo>
                      <a:pt x="52025" y="22753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7E4ABC6-D4EB-E95B-C908-6A42672B331D}"/>
                  </a:ext>
                </a:extLst>
              </p:cNvPr>
              <p:cNvSpPr/>
              <p:nvPr/>
            </p:nvSpPr>
            <p:spPr>
              <a:xfrm>
                <a:off x="13349151" y="8495403"/>
                <a:ext cx="113487" cy="114645"/>
              </a:xfrm>
              <a:custGeom>
                <a:avLst/>
                <a:gdLst>
                  <a:gd name="csX0" fmla="*/ 0 w 113487"/>
                  <a:gd name="csY0" fmla="*/ 40 h 114645"/>
                  <a:gd name="csX1" fmla="*/ 51226 w 113487"/>
                  <a:gd name="csY1" fmla="*/ 40 h 114645"/>
                  <a:gd name="csX2" fmla="*/ 85855 w 113487"/>
                  <a:gd name="csY2" fmla="*/ 108128 h 114645"/>
                  <a:gd name="csX3" fmla="*/ 92374 w 113487"/>
                  <a:gd name="csY3" fmla="*/ 108128 h 114645"/>
                  <a:gd name="csX4" fmla="*/ 87495 w 113487"/>
                  <a:gd name="csY4" fmla="*/ 91853 h 114645"/>
                  <a:gd name="csX5" fmla="*/ 87495 w 113487"/>
                  <a:gd name="csY5" fmla="*/ 0 h 114645"/>
                  <a:gd name="csX6" fmla="*/ 113488 w 113487"/>
                  <a:gd name="csY6" fmla="*/ 0 h 114645"/>
                  <a:gd name="csX7" fmla="*/ 113488 w 113487"/>
                  <a:gd name="csY7" fmla="*/ 114606 h 114645"/>
                  <a:gd name="csX8" fmla="*/ 62302 w 113487"/>
                  <a:gd name="csY8" fmla="*/ 114606 h 114645"/>
                  <a:gd name="csX9" fmla="*/ 27672 w 113487"/>
                  <a:gd name="csY9" fmla="*/ 6518 h 114645"/>
                  <a:gd name="csX10" fmla="*/ 21154 w 113487"/>
                  <a:gd name="csY10" fmla="*/ 6518 h 114645"/>
                  <a:gd name="csX11" fmla="*/ 26033 w 113487"/>
                  <a:gd name="csY11" fmla="*/ 22793 h 114645"/>
                  <a:gd name="csX12" fmla="*/ 26033 w 113487"/>
                  <a:gd name="csY12" fmla="*/ 114646 h 114645"/>
                  <a:gd name="csX13" fmla="*/ 40 w 113487"/>
                  <a:gd name="csY13" fmla="*/ 114646 h 114645"/>
                  <a:gd name="csX14" fmla="*/ 40 w 113487"/>
                  <a:gd name="csY14" fmla="*/ 40 h 1146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13487" h="114645">
                    <a:moveTo>
                      <a:pt x="0" y="40"/>
                    </a:moveTo>
                    <a:lnTo>
                      <a:pt x="51226" y="40"/>
                    </a:lnTo>
                    <a:lnTo>
                      <a:pt x="85855" y="108128"/>
                    </a:lnTo>
                    <a:lnTo>
                      <a:pt x="92374" y="108128"/>
                    </a:lnTo>
                    <a:lnTo>
                      <a:pt x="87495" y="91853"/>
                    </a:lnTo>
                    <a:lnTo>
                      <a:pt x="87495" y="0"/>
                    </a:lnTo>
                    <a:lnTo>
                      <a:pt x="113488" y="0"/>
                    </a:lnTo>
                    <a:lnTo>
                      <a:pt x="113488" y="114606"/>
                    </a:lnTo>
                    <a:lnTo>
                      <a:pt x="62302" y="114606"/>
                    </a:lnTo>
                    <a:lnTo>
                      <a:pt x="27672" y="6518"/>
                    </a:lnTo>
                    <a:lnTo>
                      <a:pt x="21154" y="6518"/>
                    </a:lnTo>
                    <a:lnTo>
                      <a:pt x="26033" y="22793"/>
                    </a:lnTo>
                    <a:lnTo>
                      <a:pt x="26033" y="114646"/>
                    </a:lnTo>
                    <a:lnTo>
                      <a:pt x="40" y="114646"/>
                    </a:lnTo>
                    <a:lnTo>
                      <a:pt x="40" y="4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BBAB7C2-5AA2-ABAC-9808-0243CD5D93A7}"/>
                  </a:ext>
                </a:extLst>
              </p:cNvPr>
              <p:cNvSpPr/>
              <p:nvPr/>
            </p:nvSpPr>
            <p:spPr>
              <a:xfrm>
                <a:off x="13479194" y="8495403"/>
                <a:ext cx="113447" cy="114645"/>
              </a:xfrm>
              <a:custGeom>
                <a:avLst/>
                <a:gdLst>
                  <a:gd name="csX0" fmla="*/ 0 w 113447"/>
                  <a:gd name="csY0" fmla="*/ 40 h 114645"/>
                  <a:gd name="csX1" fmla="*/ 51186 w 113447"/>
                  <a:gd name="csY1" fmla="*/ 40 h 114645"/>
                  <a:gd name="csX2" fmla="*/ 85815 w 113447"/>
                  <a:gd name="csY2" fmla="*/ 108128 h 114645"/>
                  <a:gd name="csX3" fmla="*/ 92334 w 113447"/>
                  <a:gd name="csY3" fmla="*/ 108128 h 114645"/>
                  <a:gd name="csX4" fmla="*/ 87455 w 113447"/>
                  <a:gd name="csY4" fmla="*/ 91853 h 114645"/>
                  <a:gd name="csX5" fmla="*/ 87455 w 113447"/>
                  <a:gd name="csY5" fmla="*/ 0 h 114645"/>
                  <a:gd name="csX6" fmla="*/ 113448 w 113447"/>
                  <a:gd name="csY6" fmla="*/ 0 h 114645"/>
                  <a:gd name="csX7" fmla="*/ 113448 w 113447"/>
                  <a:gd name="csY7" fmla="*/ 114606 h 114645"/>
                  <a:gd name="csX8" fmla="*/ 62262 w 113447"/>
                  <a:gd name="csY8" fmla="*/ 114606 h 114645"/>
                  <a:gd name="csX9" fmla="*/ 27632 w 113447"/>
                  <a:gd name="csY9" fmla="*/ 6518 h 114645"/>
                  <a:gd name="csX10" fmla="*/ 21114 w 113447"/>
                  <a:gd name="csY10" fmla="*/ 6518 h 114645"/>
                  <a:gd name="csX11" fmla="*/ 25993 w 113447"/>
                  <a:gd name="csY11" fmla="*/ 22793 h 114645"/>
                  <a:gd name="csX12" fmla="*/ 25993 w 113447"/>
                  <a:gd name="csY12" fmla="*/ 114646 h 114645"/>
                  <a:gd name="csX13" fmla="*/ 0 w 113447"/>
                  <a:gd name="csY13" fmla="*/ 114646 h 114645"/>
                  <a:gd name="csX14" fmla="*/ 0 w 113447"/>
                  <a:gd name="csY14" fmla="*/ 40 h 1146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13447" h="114645">
                    <a:moveTo>
                      <a:pt x="0" y="40"/>
                    </a:moveTo>
                    <a:lnTo>
                      <a:pt x="51186" y="40"/>
                    </a:lnTo>
                    <a:lnTo>
                      <a:pt x="85815" y="108128"/>
                    </a:lnTo>
                    <a:lnTo>
                      <a:pt x="92334" y="108128"/>
                    </a:lnTo>
                    <a:lnTo>
                      <a:pt x="87455" y="91853"/>
                    </a:lnTo>
                    <a:lnTo>
                      <a:pt x="87455" y="0"/>
                    </a:lnTo>
                    <a:lnTo>
                      <a:pt x="113448" y="0"/>
                    </a:lnTo>
                    <a:lnTo>
                      <a:pt x="113448" y="114606"/>
                    </a:lnTo>
                    <a:lnTo>
                      <a:pt x="62262" y="114606"/>
                    </a:lnTo>
                    <a:lnTo>
                      <a:pt x="27632" y="6518"/>
                    </a:lnTo>
                    <a:lnTo>
                      <a:pt x="21114" y="6518"/>
                    </a:lnTo>
                    <a:lnTo>
                      <a:pt x="25993" y="22793"/>
                    </a:lnTo>
                    <a:lnTo>
                      <a:pt x="25993" y="114646"/>
                    </a:lnTo>
                    <a:lnTo>
                      <a:pt x="0" y="114646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56A2CA7-EE4F-6875-DBE8-025C308A035E}"/>
                  </a:ext>
                </a:extLst>
              </p:cNvPr>
              <p:cNvSpPr/>
              <p:nvPr/>
            </p:nvSpPr>
            <p:spPr>
              <a:xfrm>
                <a:off x="13605998" y="8493804"/>
                <a:ext cx="116847" cy="117884"/>
              </a:xfrm>
              <a:custGeom>
                <a:avLst/>
                <a:gdLst>
                  <a:gd name="csX0" fmla="*/ 58503 w 116847"/>
                  <a:gd name="csY0" fmla="*/ 0 h 117884"/>
                  <a:gd name="csX1" fmla="*/ 116847 w 116847"/>
                  <a:gd name="csY1" fmla="*/ 58862 h 117884"/>
                  <a:gd name="csX2" fmla="*/ 58503 w 116847"/>
                  <a:gd name="csY2" fmla="*/ 117885 h 117884"/>
                  <a:gd name="csX3" fmla="*/ 0 w 116847"/>
                  <a:gd name="csY3" fmla="*/ 58862 h 117884"/>
                  <a:gd name="csX4" fmla="*/ 58503 w 116847"/>
                  <a:gd name="csY4" fmla="*/ 0 h 117884"/>
                  <a:gd name="csX5" fmla="*/ 58503 w 116847"/>
                  <a:gd name="csY5" fmla="*/ 95091 h 117884"/>
                  <a:gd name="csX6" fmla="*/ 90855 w 116847"/>
                  <a:gd name="csY6" fmla="*/ 58862 h 117884"/>
                  <a:gd name="csX7" fmla="*/ 58503 w 116847"/>
                  <a:gd name="csY7" fmla="*/ 22793 h 117884"/>
                  <a:gd name="csX8" fmla="*/ 25993 w 116847"/>
                  <a:gd name="csY8" fmla="*/ 58862 h 117884"/>
                  <a:gd name="csX9" fmla="*/ 58503 w 116847"/>
                  <a:gd name="csY9" fmla="*/ 95091 h 117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16847" h="117884">
                    <a:moveTo>
                      <a:pt x="58503" y="0"/>
                    </a:moveTo>
                    <a:cubicBezTo>
                      <a:pt x="94733" y="0"/>
                      <a:pt x="116847" y="25512"/>
                      <a:pt x="116847" y="58862"/>
                    </a:cubicBezTo>
                    <a:cubicBezTo>
                      <a:pt x="116847" y="92332"/>
                      <a:pt x="94733" y="117885"/>
                      <a:pt x="58503" y="117885"/>
                    </a:cubicBezTo>
                    <a:cubicBezTo>
                      <a:pt x="22074" y="117885"/>
                      <a:pt x="0" y="92372"/>
                      <a:pt x="0" y="58862"/>
                    </a:cubicBezTo>
                    <a:cubicBezTo>
                      <a:pt x="-40" y="25512"/>
                      <a:pt x="22074" y="0"/>
                      <a:pt x="58503" y="0"/>
                    </a:cubicBezTo>
                    <a:close/>
                    <a:moveTo>
                      <a:pt x="58503" y="95091"/>
                    </a:moveTo>
                    <a:cubicBezTo>
                      <a:pt x="80137" y="95091"/>
                      <a:pt x="90855" y="80936"/>
                      <a:pt x="90855" y="58862"/>
                    </a:cubicBezTo>
                    <a:cubicBezTo>
                      <a:pt x="90855" y="36909"/>
                      <a:pt x="80137" y="22793"/>
                      <a:pt x="58503" y="22793"/>
                    </a:cubicBezTo>
                    <a:cubicBezTo>
                      <a:pt x="36870" y="22793"/>
                      <a:pt x="25993" y="36949"/>
                      <a:pt x="25993" y="58862"/>
                    </a:cubicBezTo>
                    <a:cubicBezTo>
                      <a:pt x="25993" y="80936"/>
                      <a:pt x="36870" y="95091"/>
                      <a:pt x="58503" y="95091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179C4BA-2640-4F92-1195-9FE07C33AB97}"/>
                  </a:ext>
                </a:extLst>
              </p:cNvPr>
              <p:cNvSpPr/>
              <p:nvPr/>
            </p:nvSpPr>
            <p:spPr>
              <a:xfrm>
                <a:off x="13726484" y="8495443"/>
                <a:ext cx="119766" cy="114605"/>
              </a:xfrm>
              <a:custGeom>
                <a:avLst/>
                <a:gdLst>
                  <a:gd name="csX0" fmla="*/ 26273 w 119766"/>
                  <a:gd name="csY0" fmla="*/ 0 h 114605"/>
                  <a:gd name="csX1" fmla="*/ 56504 w 119766"/>
                  <a:gd name="csY1" fmla="*/ 108088 h 114605"/>
                  <a:gd name="csX2" fmla="*/ 63022 w 119766"/>
                  <a:gd name="csY2" fmla="*/ 108088 h 114605"/>
                  <a:gd name="csX3" fmla="*/ 93413 w 119766"/>
                  <a:gd name="csY3" fmla="*/ 0 h 114605"/>
                  <a:gd name="csX4" fmla="*/ 119766 w 119766"/>
                  <a:gd name="csY4" fmla="*/ 0 h 114605"/>
                  <a:gd name="csX5" fmla="*/ 86616 w 119766"/>
                  <a:gd name="csY5" fmla="*/ 114606 h 114605"/>
                  <a:gd name="csX6" fmla="*/ 32991 w 119766"/>
                  <a:gd name="csY6" fmla="*/ 114606 h 114605"/>
                  <a:gd name="csX7" fmla="*/ 0 w 119766"/>
                  <a:gd name="csY7" fmla="*/ 0 h 114605"/>
                  <a:gd name="csX8" fmla="*/ 26273 w 119766"/>
                  <a:gd name="csY8" fmla="*/ 0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9766" h="114605">
                    <a:moveTo>
                      <a:pt x="26273" y="0"/>
                    </a:moveTo>
                    <a:lnTo>
                      <a:pt x="56504" y="108088"/>
                    </a:lnTo>
                    <a:lnTo>
                      <a:pt x="63022" y="108088"/>
                    </a:lnTo>
                    <a:lnTo>
                      <a:pt x="93413" y="0"/>
                    </a:lnTo>
                    <a:lnTo>
                      <a:pt x="119766" y="0"/>
                    </a:lnTo>
                    <a:lnTo>
                      <a:pt x="86616" y="114606"/>
                    </a:lnTo>
                    <a:lnTo>
                      <a:pt x="32991" y="114606"/>
                    </a:lnTo>
                    <a:lnTo>
                      <a:pt x="0" y="0"/>
                    </a:lnTo>
                    <a:lnTo>
                      <a:pt x="26273" y="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3E938C1-6073-9564-D279-FC9C40620523}"/>
                  </a:ext>
                </a:extLst>
              </p:cNvPr>
              <p:cNvSpPr/>
              <p:nvPr/>
            </p:nvSpPr>
            <p:spPr>
              <a:xfrm>
                <a:off x="13831894" y="8495443"/>
                <a:ext cx="119766" cy="114605"/>
              </a:xfrm>
              <a:custGeom>
                <a:avLst/>
                <a:gdLst>
                  <a:gd name="csX0" fmla="*/ 83096 w 119766"/>
                  <a:gd name="csY0" fmla="*/ 77857 h 114605"/>
                  <a:gd name="csX1" fmla="*/ 36590 w 119766"/>
                  <a:gd name="csY1" fmla="*/ 77857 h 114605"/>
                  <a:gd name="csX2" fmla="*/ 26353 w 119766"/>
                  <a:gd name="csY2" fmla="*/ 114606 h 114605"/>
                  <a:gd name="csX3" fmla="*/ 0 w 119766"/>
                  <a:gd name="csY3" fmla="*/ 114606 h 114605"/>
                  <a:gd name="csX4" fmla="*/ 32991 w 119766"/>
                  <a:gd name="csY4" fmla="*/ 0 h 114605"/>
                  <a:gd name="csX5" fmla="*/ 86616 w 119766"/>
                  <a:gd name="csY5" fmla="*/ 0 h 114605"/>
                  <a:gd name="csX6" fmla="*/ 119766 w 119766"/>
                  <a:gd name="csY6" fmla="*/ 114606 h 114605"/>
                  <a:gd name="csX7" fmla="*/ 93413 w 119766"/>
                  <a:gd name="csY7" fmla="*/ 114606 h 114605"/>
                  <a:gd name="csX8" fmla="*/ 83096 w 119766"/>
                  <a:gd name="csY8" fmla="*/ 77857 h 114605"/>
                  <a:gd name="csX9" fmla="*/ 76738 w 119766"/>
                  <a:gd name="csY9" fmla="*/ 55104 h 114605"/>
                  <a:gd name="csX10" fmla="*/ 63102 w 119766"/>
                  <a:gd name="csY10" fmla="*/ 6518 h 114605"/>
                  <a:gd name="csX11" fmla="*/ 56584 w 119766"/>
                  <a:gd name="csY11" fmla="*/ 6518 h 114605"/>
                  <a:gd name="csX12" fmla="*/ 42948 w 119766"/>
                  <a:gd name="csY12" fmla="*/ 55104 h 114605"/>
                  <a:gd name="csX13" fmla="*/ 76738 w 119766"/>
                  <a:gd name="csY13" fmla="*/ 55104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9766" h="114605">
                    <a:moveTo>
                      <a:pt x="83096" y="77857"/>
                    </a:moveTo>
                    <a:lnTo>
                      <a:pt x="36590" y="77857"/>
                    </a:lnTo>
                    <a:lnTo>
                      <a:pt x="26353" y="114606"/>
                    </a:lnTo>
                    <a:lnTo>
                      <a:pt x="0" y="114606"/>
                    </a:lnTo>
                    <a:lnTo>
                      <a:pt x="32991" y="0"/>
                    </a:lnTo>
                    <a:lnTo>
                      <a:pt x="86616" y="0"/>
                    </a:lnTo>
                    <a:lnTo>
                      <a:pt x="119766" y="114606"/>
                    </a:lnTo>
                    <a:lnTo>
                      <a:pt x="93413" y="114606"/>
                    </a:lnTo>
                    <a:lnTo>
                      <a:pt x="83096" y="77857"/>
                    </a:lnTo>
                    <a:close/>
                    <a:moveTo>
                      <a:pt x="76738" y="55104"/>
                    </a:moveTo>
                    <a:lnTo>
                      <a:pt x="63102" y="6518"/>
                    </a:lnTo>
                    <a:lnTo>
                      <a:pt x="56584" y="6518"/>
                    </a:lnTo>
                    <a:lnTo>
                      <a:pt x="42948" y="55104"/>
                    </a:lnTo>
                    <a:lnTo>
                      <a:pt x="76738" y="55104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2A8E439-EF9D-509A-1B24-834A74987DCA}"/>
                  </a:ext>
                </a:extLst>
              </p:cNvPr>
              <p:cNvSpPr/>
              <p:nvPr/>
            </p:nvSpPr>
            <p:spPr>
              <a:xfrm>
                <a:off x="13939063" y="8495443"/>
                <a:ext cx="100931" cy="114605"/>
              </a:xfrm>
              <a:custGeom>
                <a:avLst/>
                <a:gdLst>
                  <a:gd name="csX0" fmla="*/ 100931 w 100931"/>
                  <a:gd name="csY0" fmla="*/ 22753 h 114605"/>
                  <a:gd name="csX1" fmla="*/ 63542 w 100931"/>
                  <a:gd name="csY1" fmla="*/ 22753 h 114605"/>
                  <a:gd name="csX2" fmla="*/ 63542 w 100931"/>
                  <a:gd name="csY2" fmla="*/ 114606 h 114605"/>
                  <a:gd name="csX3" fmla="*/ 37549 w 100931"/>
                  <a:gd name="csY3" fmla="*/ 114606 h 114605"/>
                  <a:gd name="csX4" fmla="*/ 37549 w 100931"/>
                  <a:gd name="csY4" fmla="*/ 22753 h 114605"/>
                  <a:gd name="csX5" fmla="*/ 0 w 100931"/>
                  <a:gd name="csY5" fmla="*/ 22753 h 114605"/>
                  <a:gd name="csX6" fmla="*/ 0 w 100931"/>
                  <a:gd name="csY6" fmla="*/ 0 h 114605"/>
                  <a:gd name="csX7" fmla="*/ 100931 w 100931"/>
                  <a:gd name="csY7" fmla="*/ 0 h 114605"/>
                  <a:gd name="csX8" fmla="*/ 100931 w 100931"/>
                  <a:gd name="csY8" fmla="*/ 22753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931" h="114605">
                    <a:moveTo>
                      <a:pt x="100931" y="22753"/>
                    </a:moveTo>
                    <a:lnTo>
                      <a:pt x="63542" y="22753"/>
                    </a:lnTo>
                    <a:lnTo>
                      <a:pt x="63542" y="114606"/>
                    </a:lnTo>
                    <a:lnTo>
                      <a:pt x="37549" y="114606"/>
                    </a:lnTo>
                    <a:lnTo>
                      <a:pt x="37549" y="22753"/>
                    </a:lnTo>
                    <a:lnTo>
                      <a:pt x="0" y="22753"/>
                    </a:lnTo>
                    <a:lnTo>
                      <a:pt x="0" y="0"/>
                    </a:lnTo>
                    <a:lnTo>
                      <a:pt x="100931" y="0"/>
                    </a:lnTo>
                    <a:lnTo>
                      <a:pt x="100931" y="22753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2B376AA-DA71-3BE0-A03A-3F0652087B0C}"/>
                  </a:ext>
                </a:extLst>
              </p:cNvPr>
              <p:cNvSpPr/>
              <p:nvPr/>
            </p:nvSpPr>
            <p:spPr>
              <a:xfrm>
                <a:off x="14053311" y="8495443"/>
                <a:ext cx="78017" cy="114605"/>
              </a:xfrm>
              <a:custGeom>
                <a:avLst/>
                <a:gdLst>
                  <a:gd name="csX0" fmla="*/ 52025 w 78017"/>
                  <a:gd name="csY0" fmla="*/ 22753 h 114605"/>
                  <a:gd name="csX1" fmla="*/ 52025 w 78017"/>
                  <a:gd name="csY1" fmla="*/ 91853 h 114605"/>
                  <a:gd name="csX2" fmla="*/ 78018 w 78017"/>
                  <a:gd name="csY2" fmla="*/ 91853 h 114605"/>
                  <a:gd name="csX3" fmla="*/ 78018 w 78017"/>
                  <a:gd name="csY3" fmla="*/ 114606 h 114605"/>
                  <a:gd name="csX4" fmla="*/ 0 w 78017"/>
                  <a:gd name="csY4" fmla="*/ 114606 h 114605"/>
                  <a:gd name="csX5" fmla="*/ 0 w 78017"/>
                  <a:gd name="csY5" fmla="*/ 91853 h 114605"/>
                  <a:gd name="csX6" fmla="*/ 25993 w 78017"/>
                  <a:gd name="csY6" fmla="*/ 91853 h 114605"/>
                  <a:gd name="csX7" fmla="*/ 25993 w 78017"/>
                  <a:gd name="csY7" fmla="*/ 22753 h 114605"/>
                  <a:gd name="csX8" fmla="*/ 0 w 78017"/>
                  <a:gd name="csY8" fmla="*/ 22753 h 114605"/>
                  <a:gd name="csX9" fmla="*/ 0 w 78017"/>
                  <a:gd name="csY9" fmla="*/ 0 h 114605"/>
                  <a:gd name="csX10" fmla="*/ 78018 w 78017"/>
                  <a:gd name="csY10" fmla="*/ 0 h 114605"/>
                  <a:gd name="csX11" fmla="*/ 78018 w 78017"/>
                  <a:gd name="csY11" fmla="*/ 22753 h 114605"/>
                  <a:gd name="csX12" fmla="*/ 52025 w 78017"/>
                  <a:gd name="csY12" fmla="*/ 22753 h 114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8017" h="114605">
                    <a:moveTo>
                      <a:pt x="52025" y="22753"/>
                    </a:moveTo>
                    <a:lnTo>
                      <a:pt x="52025" y="91853"/>
                    </a:lnTo>
                    <a:lnTo>
                      <a:pt x="78018" y="91853"/>
                    </a:lnTo>
                    <a:lnTo>
                      <a:pt x="78018" y="114606"/>
                    </a:lnTo>
                    <a:lnTo>
                      <a:pt x="0" y="114606"/>
                    </a:lnTo>
                    <a:lnTo>
                      <a:pt x="0" y="91853"/>
                    </a:lnTo>
                    <a:lnTo>
                      <a:pt x="25993" y="91853"/>
                    </a:lnTo>
                    <a:lnTo>
                      <a:pt x="25993" y="22753"/>
                    </a:lnTo>
                    <a:lnTo>
                      <a:pt x="0" y="22753"/>
                    </a:lnTo>
                    <a:lnTo>
                      <a:pt x="0" y="0"/>
                    </a:lnTo>
                    <a:lnTo>
                      <a:pt x="78018" y="0"/>
                    </a:lnTo>
                    <a:lnTo>
                      <a:pt x="78018" y="22753"/>
                    </a:lnTo>
                    <a:lnTo>
                      <a:pt x="52025" y="22753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47F466C-C15F-4808-7ADF-CA7843E431AC}"/>
                  </a:ext>
                </a:extLst>
              </p:cNvPr>
              <p:cNvSpPr/>
              <p:nvPr/>
            </p:nvSpPr>
            <p:spPr>
              <a:xfrm>
                <a:off x="14136527" y="8493804"/>
                <a:ext cx="116846" cy="117884"/>
              </a:xfrm>
              <a:custGeom>
                <a:avLst/>
                <a:gdLst>
                  <a:gd name="csX0" fmla="*/ 58503 w 116846"/>
                  <a:gd name="csY0" fmla="*/ 0 h 117884"/>
                  <a:gd name="csX1" fmla="*/ 116847 w 116846"/>
                  <a:gd name="csY1" fmla="*/ 58862 h 117884"/>
                  <a:gd name="csX2" fmla="*/ 58503 w 116846"/>
                  <a:gd name="csY2" fmla="*/ 117885 h 117884"/>
                  <a:gd name="csX3" fmla="*/ 0 w 116846"/>
                  <a:gd name="csY3" fmla="*/ 58862 h 117884"/>
                  <a:gd name="csX4" fmla="*/ 58503 w 116846"/>
                  <a:gd name="csY4" fmla="*/ 0 h 117884"/>
                  <a:gd name="csX5" fmla="*/ 58503 w 116846"/>
                  <a:gd name="csY5" fmla="*/ 95091 h 117884"/>
                  <a:gd name="csX6" fmla="*/ 90854 w 116846"/>
                  <a:gd name="csY6" fmla="*/ 58862 h 117884"/>
                  <a:gd name="csX7" fmla="*/ 58503 w 116846"/>
                  <a:gd name="csY7" fmla="*/ 22793 h 117884"/>
                  <a:gd name="csX8" fmla="*/ 25993 w 116846"/>
                  <a:gd name="csY8" fmla="*/ 58862 h 117884"/>
                  <a:gd name="csX9" fmla="*/ 58503 w 116846"/>
                  <a:gd name="csY9" fmla="*/ 95091 h 117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16846" h="117884">
                    <a:moveTo>
                      <a:pt x="58503" y="0"/>
                    </a:moveTo>
                    <a:cubicBezTo>
                      <a:pt x="94733" y="0"/>
                      <a:pt x="116847" y="25512"/>
                      <a:pt x="116847" y="58862"/>
                    </a:cubicBezTo>
                    <a:cubicBezTo>
                      <a:pt x="116847" y="92332"/>
                      <a:pt x="94733" y="117885"/>
                      <a:pt x="58503" y="117885"/>
                    </a:cubicBezTo>
                    <a:cubicBezTo>
                      <a:pt x="22074" y="117885"/>
                      <a:pt x="0" y="92372"/>
                      <a:pt x="0" y="58862"/>
                    </a:cubicBezTo>
                    <a:cubicBezTo>
                      <a:pt x="0" y="25512"/>
                      <a:pt x="22114" y="0"/>
                      <a:pt x="58503" y="0"/>
                    </a:cubicBezTo>
                    <a:close/>
                    <a:moveTo>
                      <a:pt x="58503" y="95091"/>
                    </a:moveTo>
                    <a:cubicBezTo>
                      <a:pt x="80137" y="95091"/>
                      <a:pt x="90854" y="80936"/>
                      <a:pt x="90854" y="58862"/>
                    </a:cubicBezTo>
                    <a:cubicBezTo>
                      <a:pt x="90854" y="36909"/>
                      <a:pt x="80137" y="22793"/>
                      <a:pt x="58503" y="22793"/>
                    </a:cubicBezTo>
                    <a:cubicBezTo>
                      <a:pt x="36869" y="22793"/>
                      <a:pt x="25993" y="36949"/>
                      <a:pt x="25993" y="58862"/>
                    </a:cubicBezTo>
                    <a:cubicBezTo>
                      <a:pt x="25993" y="80936"/>
                      <a:pt x="36909" y="95091"/>
                      <a:pt x="58503" y="95091"/>
                    </a:cubicBez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5734471-5563-1D4F-1AC1-511AC1D88D90}"/>
                  </a:ext>
                </a:extLst>
              </p:cNvPr>
              <p:cNvSpPr/>
              <p:nvPr/>
            </p:nvSpPr>
            <p:spPr>
              <a:xfrm>
                <a:off x="14268289" y="8495403"/>
                <a:ext cx="113487" cy="114645"/>
              </a:xfrm>
              <a:custGeom>
                <a:avLst/>
                <a:gdLst>
                  <a:gd name="csX0" fmla="*/ 40 w 113487"/>
                  <a:gd name="csY0" fmla="*/ 40 h 114645"/>
                  <a:gd name="csX1" fmla="*/ 51226 w 113487"/>
                  <a:gd name="csY1" fmla="*/ 40 h 114645"/>
                  <a:gd name="csX2" fmla="*/ 85856 w 113487"/>
                  <a:gd name="csY2" fmla="*/ 108128 h 114645"/>
                  <a:gd name="csX3" fmla="*/ 92374 w 113487"/>
                  <a:gd name="csY3" fmla="*/ 108128 h 114645"/>
                  <a:gd name="csX4" fmla="*/ 87495 w 113487"/>
                  <a:gd name="csY4" fmla="*/ 91853 h 114645"/>
                  <a:gd name="csX5" fmla="*/ 87495 w 113487"/>
                  <a:gd name="csY5" fmla="*/ 0 h 114645"/>
                  <a:gd name="csX6" fmla="*/ 113488 w 113487"/>
                  <a:gd name="csY6" fmla="*/ 0 h 114645"/>
                  <a:gd name="csX7" fmla="*/ 113488 w 113487"/>
                  <a:gd name="csY7" fmla="*/ 114606 h 114645"/>
                  <a:gd name="csX8" fmla="*/ 62263 w 113487"/>
                  <a:gd name="csY8" fmla="*/ 114606 h 114645"/>
                  <a:gd name="csX9" fmla="*/ 27632 w 113487"/>
                  <a:gd name="csY9" fmla="*/ 6518 h 114645"/>
                  <a:gd name="csX10" fmla="*/ 21114 w 113487"/>
                  <a:gd name="csY10" fmla="*/ 6518 h 114645"/>
                  <a:gd name="csX11" fmla="*/ 25993 w 113487"/>
                  <a:gd name="csY11" fmla="*/ 22793 h 114645"/>
                  <a:gd name="csX12" fmla="*/ 25993 w 113487"/>
                  <a:gd name="csY12" fmla="*/ 114646 h 114645"/>
                  <a:gd name="csX13" fmla="*/ 0 w 113487"/>
                  <a:gd name="csY13" fmla="*/ 114646 h 114645"/>
                  <a:gd name="csX14" fmla="*/ 0 w 113487"/>
                  <a:gd name="csY14" fmla="*/ 40 h 1146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13487" h="114645">
                    <a:moveTo>
                      <a:pt x="40" y="40"/>
                    </a:moveTo>
                    <a:lnTo>
                      <a:pt x="51226" y="40"/>
                    </a:lnTo>
                    <a:lnTo>
                      <a:pt x="85856" y="108128"/>
                    </a:lnTo>
                    <a:lnTo>
                      <a:pt x="92374" y="108128"/>
                    </a:lnTo>
                    <a:lnTo>
                      <a:pt x="87495" y="91853"/>
                    </a:lnTo>
                    <a:lnTo>
                      <a:pt x="87495" y="0"/>
                    </a:lnTo>
                    <a:lnTo>
                      <a:pt x="113488" y="0"/>
                    </a:lnTo>
                    <a:lnTo>
                      <a:pt x="113488" y="114606"/>
                    </a:lnTo>
                    <a:lnTo>
                      <a:pt x="62263" y="114606"/>
                    </a:lnTo>
                    <a:lnTo>
                      <a:pt x="27632" y="6518"/>
                    </a:lnTo>
                    <a:lnTo>
                      <a:pt x="21114" y="6518"/>
                    </a:lnTo>
                    <a:lnTo>
                      <a:pt x="25993" y="22793"/>
                    </a:lnTo>
                    <a:lnTo>
                      <a:pt x="25993" y="114646"/>
                    </a:lnTo>
                    <a:lnTo>
                      <a:pt x="0" y="114646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tx1"/>
              </a:solidFill>
              <a:ln w="398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>
                  <a:gradFill flip="none" rotWithShape="1">
                    <a:gsLst>
                      <a:gs pos="0">
                        <a:schemeClr val="tx1">
                          <a:tint val="66000"/>
                          <a:satMod val="160000"/>
                        </a:schemeClr>
                      </a:gs>
                      <a:gs pos="50000">
                        <a:schemeClr val="tx1">
                          <a:tint val="44500"/>
                          <a:satMod val="160000"/>
                        </a:schemeClr>
                      </a:gs>
                      <a:gs pos="100000">
                        <a:schemeClr val="tx1">
                          <a:tint val="23500"/>
                          <a:satMod val="160000"/>
                        </a:schemeClr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a:endParaRP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CA1AF4A-F46C-EA83-ED44-5A8C427653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33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F45A-5B40-C482-CDE8-79E83C13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WhānauWell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A3F01-A089-1A97-2366-28C9CAD47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1" y="1771075"/>
            <a:ext cx="10515600" cy="4840646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Empowering Community-Led Wellbeing</a:t>
            </a:r>
            <a:br>
              <a:rPr lang="en-US" dirty="0"/>
            </a:br>
            <a:r>
              <a:rPr lang="en-US" dirty="0"/>
              <a:t>A secure, multi-tenant digital infrastructure that puts trust and cultural governance at the heart of community care.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92512BFE-290F-FCED-C96A-3D7A1B760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6705" y="6238399"/>
            <a:ext cx="3027139" cy="4278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1A7276-179B-4F00-6018-A285617E8E87}"/>
              </a:ext>
            </a:extLst>
          </p:cNvPr>
          <p:cNvSpPr txBox="1"/>
          <p:nvPr/>
        </p:nvSpPr>
        <p:spPr>
          <a:xfrm>
            <a:off x="406401" y="3818910"/>
            <a:ext cx="1131146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Key </a:t>
            </a:r>
            <a:r>
              <a:rPr lang="pt-BR" sz="2800" b="1" dirty="0" err="1"/>
              <a:t>Value</a:t>
            </a:r>
            <a:r>
              <a:rPr lang="pt-BR" sz="2800" b="1" dirty="0"/>
              <a:t> </a:t>
            </a:r>
            <a:r>
              <a:rPr lang="pt-BR" sz="2800" b="1" dirty="0" err="1"/>
              <a:t>Pillars</a:t>
            </a:r>
            <a:r>
              <a:rPr lang="pt-BR" sz="2800" b="1" dirty="0"/>
              <a:t>: </a:t>
            </a:r>
            <a:endParaRPr lang="pt-BR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Scalable Infrastructure: </a:t>
            </a:r>
            <a:r>
              <a:rPr lang="en-US" sz="2000" dirty="0"/>
              <a:t>Independent community hubs operating in a unified, secure ecosystem.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Ethical Governance: </a:t>
            </a:r>
            <a:r>
              <a:rPr lang="en-US" sz="2000" dirty="0"/>
              <a:t>Consent-driven data management with full transparency.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Cultural Integrity: </a:t>
            </a:r>
            <a:r>
              <a:rPr lang="en-US" sz="2000" dirty="0"/>
              <a:t>Workflows intentionally aligned with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Tiriti</a:t>
            </a:r>
            <a:r>
              <a:rPr lang="en-US" sz="2000" dirty="0"/>
              <a:t> o Waitangi principles.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Proactive Care: </a:t>
            </a:r>
            <a:r>
              <a:rPr lang="en-US" sz="2000" dirty="0"/>
              <a:t>Real-time analytics to identify and address community needs before they become crises.</a:t>
            </a:r>
            <a:endParaRPr lang="pt-BR" sz="20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2AE65-0935-0760-F9FE-C24A7E1243B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5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C5FB-858E-E762-8684-619DD264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 Tiriti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3140-F7F8-C05D-3996-D54AFA9DF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Kāwanatanga </a:t>
            </a:r>
            <a:r>
              <a:rPr lang="en-US" dirty="0"/>
              <a:t>(Governorship)</a:t>
            </a:r>
          </a:p>
          <a:p>
            <a:pPr lvl="1"/>
            <a:r>
              <a:rPr lang="en-US" dirty="0"/>
              <a:t>Community manages them self</a:t>
            </a:r>
          </a:p>
          <a:p>
            <a:pPr lvl="1"/>
            <a:endParaRPr lang="en-US" b="1" dirty="0"/>
          </a:p>
          <a:p>
            <a:r>
              <a:rPr lang="en-US" b="1" dirty="0"/>
              <a:t>Tino Rangatiratanga </a:t>
            </a:r>
            <a:r>
              <a:rPr lang="en-US" dirty="0"/>
              <a:t>(Self-determination)</a:t>
            </a:r>
          </a:p>
          <a:p>
            <a:pPr lvl="1"/>
            <a:r>
              <a:rPr lang="en-US" dirty="0"/>
              <a:t>Community has full control over their data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 err="1"/>
              <a:t>Oritetanga</a:t>
            </a:r>
            <a:r>
              <a:rPr lang="en-US" dirty="0"/>
              <a:t> (Equity)</a:t>
            </a:r>
          </a:p>
          <a:p>
            <a:pPr lvl="1"/>
            <a:r>
              <a:rPr lang="en-US" dirty="0"/>
              <a:t>Providing the same high-quality digital tools to everyone 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E4F6481D-B0B2-58E5-0D44-FFEAAAE34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6705" y="6238399"/>
            <a:ext cx="3027139" cy="427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6490EE-DA25-365C-5A99-A70D9C0E3A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1458-5D9E-48CD-139B-9F7ABE2C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</a:t>
            </a:r>
            <a:r>
              <a:rPr lang="en-US" dirty="0" err="1"/>
              <a:t>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EBA39-224E-CB6D-1EB1-FAA0553CF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107490"/>
            <a:ext cx="5257800" cy="4351338"/>
          </a:xfrm>
        </p:spPr>
        <p:txBody>
          <a:bodyPr>
            <a:normAutofit/>
          </a:bodyPr>
          <a:lstStyle/>
          <a:p>
            <a:r>
              <a:rPr lang="pt-BR" b="1" dirty="0" err="1"/>
              <a:t>Frontend</a:t>
            </a:r>
            <a:r>
              <a:rPr lang="pt-BR" dirty="0"/>
              <a:t>:</a:t>
            </a:r>
            <a:r>
              <a:rPr lang="en-US" sz="2400" dirty="0"/>
              <a:t>React 19 with Vite for ultra-fast performance.</a:t>
            </a:r>
            <a:endParaRPr lang="pt-BR" sz="2400" dirty="0"/>
          </a:p>
          <a:p>
            <a:r>
              <a:rPr lang="pt-BR" b="1" dirty="0"/>
              <a:t>Styling</a:t>
            </a:r>
            <a:r>
              <a:rPr lang="pt-BR" dirty="0"/>
              <a:t>: </a:t>
            </a:r>
            <a:r>
              <a:rPr lang="en-US" sz="2400" dirty="0"/>
              <a:t>Tailwind CSS for a modern, responsive "Editorial" design.</a:t>
            </a:r>
            <a:endParaRPr lang="pt-BR" sz="2400" dirty="0"/>
          </a:p>
          <a:p>
            <a:r>
              <a:rPr lang="en-SG" b="1" dirty="0"/>
              <a:t>Animations:</a:t>
            </a:r>
            <a:r>
              <a:rPr lang="en-SG" sz="2400" dirty="0"/>
              <a:t> motion (Framer Motion) for smooth, professional transitions.</a:t>
            </a:r>
          </a:p>
          <a:p>
            <a:r>
              <a:rPr lang="pt-BR" sz="2400" b="1" dirty="0" err="1"/>
              <a:t>Database</a:t>
            </a:r>
            <a:r>
              <a:rPr lang="pt-BR" sz="2400" dirty="0"/>
              <a:t>: </a:t>
            </a:r>
            <a:r>
              <a:rPr lang="en-US" sz="2400" dirty="0"/>
              <a:t>MongoDB (NoSQL) for flexible community data structures.</a:t>
            </a:r>
            <a:endParaRPr lang="pt-BR" sz="2400" dirty="0"/>
          </a:p>
          <a:p>
            <a:endParaRPr lang="en-SG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2C46C3-D46B-8486-93B2-D38648034F75}"/>
              </a:ext>
            </a:extLst>
          </p:cNvPr>
          <p:cNvSpPr txBox="1">
            <a:spLocks/>
          </p:cNvSpPr>
          <p:nvPr/>
        </p:nvSpPr>
        <p:spPr>
          <a:xfrm>
            <a:off x="6231466" y="2107490"/>
            <a:ext cx="5389033" cy="3635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 err="1"/>
              <a:t>Backend</a:t>
            </a:r>
            <a:r>
              <a:rPr lang="pt-BR" dirty="0"/>
              <a:t>:</a:t>
            </a:r>
            <a:r>
              <a:rPr lang="en-US" sz="2400" dirty="0"/>
              <a:t>Node.js &amp; Express (Full-stack architecture).</a:t>
            </a:r>
          </a:p>
          <a:p>
            <a:r>
              <a:rPr lang="en-US" sz="2400" b="1" dirty="0"/>
              <a:t>Security</a:t>
            </a:r>
            <a:r>
              <a:rPr lang="en-US" sz="2400" dirty="0"/>
              <a:t>: JWT-based authentication with role-based access control (RBAC).</a:t>
            </a:r>
          </a:p>
          <a:p>
            <a:r>
              <a:rPr lang="en-US" b="1" dirty="0"/>
              <a:t>DevOps and Version Control</a:t>
            </a:r>
          </a:p>
          <a:p>
            <a:pPr lvl="1"/>
            <a:r>
              <a:rPr lang="en-US" dirty="0"/>
              <a:t>GitHub for version control</a:t>
            </a:r>
          </a:p>
          <a:p>
            <a:pPr lvl="1"/>
            <a:r>
              <a:rPr lang="en-US" dirty="0"/>
              <a:t>Deployment via </a:t>
            </a:r>
            <a:r>
              <a:rPr lang="en-US" dirty="0" err="1"/>
              <a:t>Vercel</a:t>
            </a:r>
            <a:r>
              <a:rPr lang="en-US" dirty="0"/>
              <a:t> / Render / Railway (for demonstration)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pt-BR" dirty="0"/>
          </a:p>
        </p:txBody>
      </p:sp>
      <p:pic>
        <p:nvPicPr>
          <p:cNvPr id="6" name="Graphic 1">
            <a:extLst>
              <a:ext uri="{FF2B5EF4-FFF2-40B4-BE49-F238E27FC236}">
                <a16:creationId xmlns:a16="http://schemas.microsoft.com/office/drawing/2014/main" id="{13F8B409-30BE-5372-7561-30361FDA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873" y="6238399"/>
            <a:ext cx="3027139" cy="427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2CA49-E167-3C2F-02D4-BD8E0DA068E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3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1C85-18D3-FA4C-F090-06C4094E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56AF819-E626-D459-1E66-9F45B80FD1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34437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Graphic 1">
            <a:extLst>
              <a:ext uri="{FF2B5EF4-FFF2-40B4-BE49-F238E27FC236}">
                <a16:creationId xmlns:a16="http://schemas.microsoft.com/office/drawing/2014/main" id="{24238D5B-0091-BBA4-706E-73E8D8B431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6873" y="6238399"/>
            <a:ext cx="3027139" cy="427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1F66E1-4E66-DDDC-8C2E-8FDCD34FCA2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E97F-6278-F35A-38E7-D36B1BF5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Cost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62C496-B34D-F8D8-7487-76C381AD7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2296"/>
              </p:ext>
            </p:extLst>
          </p:nvPr>
        </p:nvGraphicFramePr>
        <p:xfrm>
          <a:off x="496109" y="1690688"/>
          <a:ext cx="11128443" cy="17994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5584">
                  <a:extLst>
                    <a:ext uri="{9D8B030D-6E8A-4147-A177-3AD203B41FA5}">
                      <a16:colId xmlns:a16="http://schemas.microsoft.com/office/drawing/2014/main" val="3260418837"/>
                    </a:ext>
                  </a:extLst>
                </a:gridCol>
                <a:gridCol w="2688632">
                  <a:extLst>
                    <a:ext uri="{9D8B030D-6E8A-4147-A177-3AD203B41FA5}">
                      <a16:colId xmlns:a16="http://schemas.microsoft.com/office/drawing/2014/main" val="3183403978"/>
                    </a:ext>
                  </a:extLst>
                </a:gridCol>
                <a:gridCol w="2170046">
                  <a:extLst>
                    <a:ext uri="{9D8B030D-6E8A-4147-A177-3AD203B41FA5}">
                      <a16:colId xmlns:a16="http://schemas.microsoft.com/office/drawing/2014/main" val="4275686180"/>
                    </a:ext>
                  </a:extLst>
                </a:gridCol>
                <a:gridCol w="2684181">
                  <a:extLst>
                    <a:ext uri="{9D8B030D-6E8A-4147-A177-3AD203B41FA5}">
                      <a16:colId xmlns:a16="http://schemas.microsoft.com/office/drawing/2014/main" val="3501587377"/>
                    </a:ext>
                  </a:extLst>
                </a:gridCol>
              </a:tblGrid>
              <a:tr h="289719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Role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Hour Rate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Allocation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Total Cost (7 Weeks)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6436551"/>
                  </a:ext>
                </a:extLst>
              </a:tr>
              <a:tr h="289719"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Senior Software Engineer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NZD 80,00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100%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NZD 22.400,00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020319"/>
                  </a:ext>
                </a:extLst>
              </a:tr>
              <a:tr h="289719"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Software Engineer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NZD 50,00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100% 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NZD 14.000,00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055876"/>
                  </a:ext>
                </a:extLst>
              </a:tr>
              <a:tr h="289719"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Project Manager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NZD 70,00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20%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NZD 3.920,00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7245926"/>
                  </a:ext>
                </a:extLst>
              </a:tr>
              <a:tr h="289719"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Cultural Advisor (Kaiārahi)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NZD 150,00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10 hrs 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NZD 1.500,00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4292575"/>
                  </a:ext>
                </a:extLst>
              </a:tr>
              <a:tr h="289719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Total Personnel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NZD 41.820,00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09269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82A4C0-8B27-6405-71F8-58D5622D7313}"/>
              </a:ext>
            </a:extLst>
          </p:cNvPr>
          <p:cNvSpPr txBox="1"/>
          <p:nvPr/>
        </p:nvSpPr>
        <p:spPr>
          <a:xfrm>
            <a:off x="391538" y="3776041"/>
            <a:ext cx="10962262" cy="20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Cloud Hosting (e.g., AWS/Azure/Render):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NZD 150 / month (Standard instances with auto-scaling).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Database (MongoDB Atlas):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NZD 80 / month (Dedicated cluster for data integrity).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Security &amp; Compliance (SSL/Logging):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NZD 50 / month.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GitHub Team Subscription: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NZD 20 / month.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Infrastructure (Estimated for 2 months):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NZD 600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ED7B6-C6AF-4CA3-4F6F-41426FD4D171}"/>
              </a:ext>
            </a:extLst>
          </p:cNvPr>
          <p:cNvSpPr txBox="1"/>
          <p:nvPr/>
        </p:nvSpPr>
        <p:spPr>
          <a:xfrm>
            <a:off x="5411820" y="6141665"/>
            <a:ext cx="678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Total Estimated Investiment: NZD 47,400.00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F7EF8-4949-8324-5243-15E6D6BD17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711F-8866-3135-FA58-4D6EE4FD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0AF4C-26B2-49AC-69C3-F8537E8AF7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2FAB-597C-DED5-9F6E-17AD1B44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D8F4A-905F-109E-8027-CB0F28738DAF}"/>
              </a:ext>
            </a:extLst>
          </p:cNvPr>
          <p:cNvSpPr txBox="1"/>
          <p:nvPr/>
        </p:nvSpPr>
        <p:spPr>
          <a:xfrm>
            <a:off x="1001949" y="2159540"/>
            <a:ext cx="6303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 err="1"/>
              <a:t>Questions</a:t>
            </a:r>
            <a:r>
              <a:rPr lang="pt-BR" sz="5400" dirty="0"/>
              <a:t>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CB7B4-6108-7624-E105-874757E68735}"/>
              </a:ext>
            </a:extLst>
          </p:cNvPr>
          <p:cNvSpPr txBox="1"/>
          <p:nvPr/>
        </p:nvSpPr>
        <p:spPr>
          <a:xfrm>
            <a:off x="8380865" y="5569545"/>
            <a:ext cx="3506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/>
              <a:t>Ngā mihi!</a:t>
            </a:r>
            <a:endParaRPr lang="en-US" dirty="0"/>
          </a:p>
        </p:txBody>
      </p:sp>
      <p:pic>
        <p:nvPicPr>
          <p:cNvPr id="1026" name="Picture 2" descr="END OF PRESENTATION Any questions? Clarifications? - Am I the only one Meme  Generator">
            <a:extLst>
              <a:ext uri="{FF2B5EF4-FFF2-40B4-BE49-F238E27FC236}">
                <a16:creationId xmlns:a16="http://schemas.microsoft.com/office/drawing/2014/main" id="{4F2B7064-DDE7-64C7-DC09-969E213BB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36" y="1663988"/>
            <a:ext cx="571500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BE7E03-8C7A-2FC2-99E6-D166595DD0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53363" y="0"/>
            <a:ext cx="3638637" cy="9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1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377</Words>
  <Application>Microsoft Office PowerPoint</Application>
  <PresentationFormat>Widescreen</PresentationFormat>
  <Paragraphs>72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Symbol</vt:lpstr>
      <vt:lpstr>Office Theme</vt:lpstr>
      <vt:lpstr>WhānauWell  Community Wellbeing Simplified</vt:lpstr>
      <vt:lpstr>WhānauWell  </vt:lpstr>
      <vt:lpstr>Te Tiriti</vt:lpstr>
      <vt:lpstr>Technology</vt:lpstr>
      <vt:lpstr>Key Features</vt:lpstr>
      <vt:lpstr>Development Cost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4</cp:revision>
  <dcterms:created xsi:type="dcterms:W3CDTF">2026-03-26T08:35:37Z</dcterms:created>
  <dcterms:modified xsi:type="dcterms:W3CDTF">2026-03-28T00:22:57Z</dcterms:modified>
</cp:coreProperties>
</file>