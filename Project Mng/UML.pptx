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E760C1-2FF3-42D3-A324-BD9C3EBC0A64}" v="2" dt="2026-03-11T03:33:37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Benedetti" userId="60466d4fc085b17e" providerId="LiveId" clId="{6AE31E5C-6838-415C-9ED3-0CC1084E645F}"/>
    <pc:docChg chg="custSel addSld modSld">
      <pc:chgData name="Andre Benedetti" userId="60466d4fc085b17e" providerId="LiveId" clId="{6AE31E5C-6838-415C-9ED3-0CC1084E645F}" dt="2026-03-11T03:33:37.923" v="4" actId="478"/>
      <pc:docMkLst>
        <pc:docMk/>
      </pc:docMkLst>
      <pc:sldChg chg="addSp delSp new mod">
        <pc:chgData name="Andre Benedetti" userId="60466d4fc085b17e" providerId="LiveId" clId="{6AE31E5C-6838-415C-9ED3-0CC1084E645F}" dt="2026-03-11T03:33:37.923" v="4" actId="478"/>
        <pc:sldMkLst>
          <pc:docMk/>
          <pc:sldMk cId="878976954" sldId="256"/>
        </pc:sldMkLst>
        <pc:spChg chg="del">
          <ac:chgData name="Andre Benedetti" userId="60466d4fc085b17e" providerId="LiveId" clId="{6AE31E5C-6838-415C-9ED3-0CC1084E645F}" dt="2026-03-11T03:33:30.618" v="1" actId="478"/>
          <ac:spMkLst>
            <pc:docMk/>
            <pc:sldMk cId="878976954" sldId="256"/>
            <ac:spMk id="2" creationId="{CBCB440E-5B19-123A-CC14-7BB727E3A155}"/>
          </ac:spMkLst>
        </pc:spChg>
        <pc:spChg chg="del">
          <ac:chgData name="Andre Benedetti" userId="60466d4fc085b17e" providerId="LiveId" clId="{6AE31E5C-6838-415C-9ED3-0CC1084E645F}" dt="2026-03-11T03:33:31.712" v="2" actId="478"/>
          <ac:spMkLst>
            <pc:docMk/>
            <pc:sldMk cId="878976954" sldId="256"/>
            <ac:spMk id="3" creationId="{F43CC86A-DD3B-8118-7CE9-924301E0B81F}"/>
          </ac:spMkLst>
        </pc:spChg>
        <pc:spChg chg="add del">
          <ac:chgData name="Andre Benedetti" userId="60466d4fc085b17e" providerId="LiveId" clId="{6AE31E5C-6838-415C-9ED3-0CC1084E645F}" dt="2026-03-11T03:33:37.923" v="4" actId="478"/>
          <ac:spMkLst>
            <pc:docMk/>
            <pc:sldMk cId="878976954" sldId="256"/>
            <ac:spMk id="4" creationId="{1CCA2212-499A-DE98-1263-081971C1154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A581-FDAB-3F25-4C78-FC8EF3A2D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CECCA-E1E3-3DEE-D419-86459C1AF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4EE12-F0CB-77FF-042E-3AC3EF8C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1087-6B54-1798-9679-AD608988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A918-A2DA-A5B3-4545-CAA0DD5D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8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7583-EF2F-ADFE-8229-A3346004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15144-BE78-1C25-2171-F857E5085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EB751-1FA3-786F-BACC-221A3693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94D3C-FBF7-C5E9-7BCE-230EAF6B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9680F-7DE7-A08D-9841-7D051F76A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59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34DB-B72D-FE97-AF3E-DA8E5EE9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1E75E-FF9B-3D59-752C-8025D9FFB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ED918-C863-DAF5-387B-F75ABB3D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CA363-AB42-5B4F-A72C-3A4DE61E1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38335-3193-CD92-C17F-9788D09D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8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697C-CC41-4072-F9A9-DB1C4C9C0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32689-5151-0D59-01C4-598237EA0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115F4-9327-275D-142F-9C6D328B8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9DA40-ED69-68DC-B70B-85E4E0C8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4D65D-D0CB-D444-0BB0-04472047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9CF90-4B16-A184-FB74-87EAFA54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7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638F-D75C-D9A6-B356-4B93631C3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9E4DC-F9C4-633C-A4C0-BAB5BC1F9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2EE0F-101A-42B2-3FF5-4473B1732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F9BF5-8345-6900-375C-09D163AAB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709F0-2F34-F70F-A556-581C7BE25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FB247-DB37-3BFA-7920-2A6AD3F30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62FC4F-8082-ADF8-5CE1-1979718C9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5A16E7-1E42-D1BB-2036-98865538B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2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A18D2-CDF5-E6D1-E89D-AC6275CBD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162FEC-F918-C272-2E9D-9DD94B74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39D2A-AF85-13EC-D078-0490342D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988E7-F663-32CD-8DBC-5845C316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5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7E5EB8-EADB-400B-5242-2530AC6B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5C127-13C0-F350-7FAF-B9923979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1D717-0E6E-F2E5-612D-B0150384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8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4035-1340-4562-DE81-1CDF96AD4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E081-0A5F-2F39-3846-52465C5B5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074ED-431D-EC37-C838-8EA7646AA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D8853-C740-C220-9396-99CB959C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4BB7E-611D-3AF9-E533-A1D1E4DB4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67D02-0418-8D83-8CE6-6087B4BF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3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77E1-44B5-DF6A-B8C3-761B13BD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B6D6E-38CE-6720-1108-EA3F5AF45C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B7250-1081-F4A2-E53B-C6E829337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7D4D2-4F2D-F9B8-CF73-38CFB4D3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6CBA4-BBD9-AEC3-6F59-C579B6C3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CDB91-9B7B-2819-F91D-C3456513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0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BEE9-B739-153A-602E-5CA671D4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F2B39-12F7-1CC6-6F6C-BBB6D6575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38A4D-ACE3-0CE0-F1D5-34642D54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95A2E-D962-80F3-E98C-03DCBDC7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6F124-CA19-8D89-C340-66E31EDC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3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B69ED2-C9ED-7CDF-AC00-CC3A6EF95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352FC-9DEE-5DCB-9801-157D4D194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70D50-7DFB-34B8-7FC4-DEFBD6E14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95239-336D-7AEB-71FE-FDD61AEB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78211-C7AD-A9B2-95C2-44FB71DA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99B7B-844F-35C0-AB10-01C2019EB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2476-705B-EF72-08A1-D8A2F7AC6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CD354-AEC5-DC72-05F1-99F2DB4EF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B6947-2E2D-4450-ADF4-591030E7508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645F3-4D5E-DC27-D4A7-7A26B1F6D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E97FB-D1A3-84D6-2975-6A6469BCD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957BF8-7AF9-43CA-9098-8AB5145FD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85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976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1</cp:revision>
  <dcterms:created xsi:type="dcterms:W3CDTF">2026-03-11T03:33:13Z</dcterms:created>
  <dcterms:modified xsi:type="dcterms:W3CDTF">2026-03-11T03:33:38Z</dcterms:modified>
</cp:coreProperties>
</file>